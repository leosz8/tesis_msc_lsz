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81327B-E198-408C-BF91-CFC08DE8EFA7}" type="doc">
      <dgm:prSet loTypeId="urn:microsoft.com/office/officeart/2005/8/layout/orgChart1" loCatId="hierarchy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es-CL"/>
        </a:p>
      </dgm:t>
    </dgm:pt>
    <dgm:pt modelId="{03BF8392-8CB3-4BE3-B703-EF1093B7F14E}">
      <dgm:prSet phldrT="[Texto]" phldr="0"/>
      <dgm:spPr/>
      <dgm:t>
        <a:bodyPr/>
        <a:lstStyle/>
        <a:p>
          <a:r>
            <a:rPr lang="es-ES" err="1"/>
            <a:t>Propulsion</a:t>
          </a:r>
          <a:r>
            <a:rPr lang="es-ES"/>
            <a:t> Architectures</a:t>
          </a:r>
          <a:endParaRPr lang="es-CL" dirty="0"/>
        </a:p>
      </dgm:t>
    </dgm:pt>
    <dgm:pt modelId="{A9F1C90B-19BF-4BF6-A5C1-43BFEE6E8E54}" type="parTrans" cxnId="{19BE1B12-D2B7-48F8-BEA5-2042FBD50648}">
      <dgm:prSet/>
      <dgm:spPr/>
      <dgm:t>
        <a:bodyPr/>
        <a:lstStyle/>
        <a:p>
          <a:endParaRPr lang="es-CL"/>
        </a:p>
      </dgm:t>
    </dgm:pt>
    <dgm:pt modelId="{C7FCE0D0-5687-4003-A352-6586A06CE5AE}" type="sibTrans" cxnId="{19BE1B12-D2B7-48F8-BEA5-2042FBD50648}">
      <dgm:prSet/>
      <dgm:spPr/>
      <dgm:t>
        <a:bodyPr/>
        <a:lstStyle/>
        <a:p>
          <a:endParaRPr lang="es-CL"/>
        </a:p>
      </dgm:t>
    </dgm:pt>
    <dgm:pt modelId="{91CA7CB5-C74E-40E3-92A5-2E78D4DEB53A}">
      <dgm:prSet phldrT="[Texto]" phldr="0"/>
      <dgm:spPr/>
      <dgm:t>
        <a:bodyPr/>
        <a:lstStyle/>
        <a:p>
          <a:r>
            <a:rPr lang="es-ES" dirty="0" err="1"/>
            <a:t>Conventional</a:t>
          </a:r>
          <a:r>
            <a:rPr lang="es-ES" dirty="0"/>
            <a:t> </a:t>
          </a:r>
          <a:r>
            <a:rPr lang="es-ES" dirty="0" err="1"/>
            <a:t>System</a:t>
          </a:r>
          <a:endParaRPr lang="es-CL" dirty="0"/>
        </a:p>
      </dgm:t>
    </dgm:pt>
    <dgm:pt modelId="{ADDADEB8-3209-49FB-B8AA-6E4226E0D4C9}" type="parTrans" cxnId="{F7FDFD41-8C6B-44C0-953E-BE17B3E03BDB}">
      <dgm:prSet/>
      <dgm:spPr/>
      <dgm:t>
        <a:bodyPr/>
        <a:lstStyle/>
        <a:p>
          <a:endParaRPr lang="es-CL"/>
        </a:p>
      </dgm:t>
    </dgm:pt>
    <dgm:pt modelId="{7D808F65-24A4-47E5-9F73-1E53123CA0C8}" type="sibTrans" cxnId="{F7FDFD41-8C6B-44C0-953E-BE17B3E03BDB}">
      <dgm:prSet/>
      <dgm:spPr/>
      <dgm:t>
        <a:bodyPr/>
        <a:lstStyle/>
        <a:p>
          <a:endParaRPr lang="es-CL"/>
        </a:p>
      </dgm:t>
    </dgm:pt>
    <dgm:pt modelId="{3414E1C1-040F-49E6-A321-B99C8FB5C0D5}">
      <dgm:prSet phldrT="[Texto]" phldr="0"/>
      <dgm:spPr/>
      <dgm:t>
        <a:bodyPr/>
        <a:lstStyle/>
        <a:p>
          <a:r>
            <a:rPr lang="es-ES" dirty="0" err="1"/>
            <a:t>Hybrid</a:t>
          </a:r>
          <a:r>
            <a:rPr lang="es-ES" dirty="0"/>
            <a:t> </a:t>
          </a:r>
          <a:r>
            <a:rPr lang="es-ES" dirty="0" err="1"/>
            <a:t>Propulsion</a:t>
          </a:r>
          <a:r>
            <a:rPr lang="es-ES" dirty="0"/>
            <a:t> </a:t>
          </a:r>
          <a:r>
            <a:rPr lang="es-ES" dirty="0" err="1"/>
            <a:t>System</a:t>
          </a:r>
          <a:endParaRPr lang="es-CL" dirty="0"/>
        </a:p>
      </dgm:t>
    </dgm:pt>
    <dgm:pt modelId="{0DC8A94B-8B06-46D4-BAAF-BD051533DFA5}" type="parTrans" cxnId="{3C2B521C-AFB0-4ADE-A0CE-8215FEF2B09C}">
      <dgm:prSet/>
      <dgm:spPr/>
      <dgm:t>
        <a:bodyPr/>
        <a:lstStyle/>
        <a:p>
          <a:endParaRPr lang="es-CL"/>
        </a:p>
      </dgm:t>
    </dgm:pt>
    <dgm:pt modelId="{4140D3E1-7DD1-4712-A440-88127A8BE088}" type="sibTrans" cxnId="{3C2B521C-AFB0-4ADE-A0CE-8215FEF2B09C}">
      <dgm:prSet/>
      <dgm:spPr/>
      <dgm:t>
        <a:bodyPr/>
        <a:lstStyle/>
        <a:p>
          <a:endParaRPr lang="es-CL"/>
        </a:p>
      </dgm:t>
    </dgm:pt>
    <dgm:pt modelId="{96DB48FE-122F-4D51-BF0D-2594B4754713}">
      <dgm:prSet phldrT="[Texto]" phldr="0"/>
      <dgm:spPr/>
      <dgm:t>
        <a:bodyPr/>
        <a:lstStyle/>
        <a:p>
          <a:r>
            <a:rPr lang="es-ES" dirty="0"/>
            <a:t>Full-</a:t>
          </a:r>
          <a:r>
            <a:rPr lang="es-ES" dirty="0" err="1"/>
            <a:t>electric</a:t>
          </a:r>
          <a:r>
            <a:rPr lang="es-ES" dirty="0"/>
            <a:t> </a:t>
          </a:r>
          <a:r>
            <a:rPr lang="es-ES" dirty="0" err="1"/>
            <a:t>Propulsion</a:t>
          </a:r>
          <a:r>
            <a:rPr lang="es-ES" dirty="0"/>
            <a:t> </a:t>
          </a:r>
          <a:r>
            <a:rPr lang="es-ES" dirty="0" err="1"/>
            <a:t>System</a:t>
          </a:r>
          <a:endParaRPr lang="es-CL" dirty="0"/>
        </a:p>
      </dgm:t>
    </dgm:pt>
    <dgm:pt modelId="{7420AC0A-EA3B-4908-82EC-808DAD1DEB5C}" type="parTrans" cxnId="{33EDF8BF-5E31-4C07-92AB-B16E5FFEA411}">
      <dgm:prSet/>
      <dgm:spPr/>
      <dgm:t>
        <a:bodyPr/>
        <a:lstStyle/>
        <a:p>
          <a:endParaRPr lang="es-CL"/>
        </a:p>
      </dgm:t>
    </dgm:pt>
    <dgm:pt modelId="{42A82EAF-3847-498E-B2C0-D2B1761A44D4}" type="sibTrans" cxnId="{33EDF8BF-5E31-4C07-92AB-B16E5FFEA411}">
      <dgm:prSet/>
      <dgm:spPr/>
      <dgm:t>
        <a:bodyPr/>
        <a:lstStyle/>
        <a:p>
          <a:endParaRPr lang="es-CL"/>
        </a:p>
      </dgm:t>
    </dgm:pt>
    <dgm:pt modelId="{DE18F179-FC59-4EEA-B9B1-F3287A6EE452}">
      <dgm:prSet phldrT="[Texto]" phldr="0"/>
      <dgm:spPr/>
      <dgm:t>
        <a:bodyPr/>
        <a:lstStyle/>
        <a:p>
          <a:r>
            <a:rPr lang="es-ES"/>
            <a:t>Series Hybrid System</a:t>
          </a:r>
          <a:endParaRPr lang="es-CL" dirty="0"/>
        </a:p>
      </dgm:t>
    </dgm:pt>
    <dgm:pt modelId="{11645D92-3C0E-4F9B-B636-0E7FF60BC833}" type="parTrans" cxnId="{83BB6604-CFCC-4A41-9F4A-F28AF0F796A0}">
      <dgm:prSet/>
      <dgm:spPr/>
      <dgm:t>
        <a:bodyPr/>
        <a:lstStyle/>
        <a:p>
          <a:endParaRPr lang="es-CL"/>
        </a:p>
      </dgm:t>
    </dgm:pt>
    <dgm:pt modelId="{A393549E-B853-4DB8-A102-8A461C4A48A6}" type="sibTrans" cxnId="{83BB6604-CFCC-4A41-9F4A-F28AF0F796A0}">
      <dgm:prSet/>
      <dgm:spPr/>
      <dgm:t>
        <a:bodyPr/>
        <a:lstStyle/>
        <a:p>
          <a:endParaRPr lang="es-CL"/>
        </a:p>
      </dgm:t>
    </dgm:pt>
    <dgm:pt modelId="{C7E3F87F-BDC5-4D35-863C-DDAAA1C52FB9}">
      <dgm:prSet phldrT="[Texto]" phldr="0"/>
      <dgm:spPr/>
      <dgm:t>
        <a:bodyPr/>
        <a:lstStyle/>
        <a:p>
          <a:r>
            <a:rPr lang="es-ES"/>
            <a:t>Parallel Hybrid System</a:t>
          </a:r>
          <a:endParaRPr lang="es-CL" dirty="0"/>
        </a:p>
      </dgm:t>
    </dgm:pt>
    <dgm:pt modelId="{DE9A3B77-D367-4B26-A081-54E25450C8FC}" type="parTrans" cxnId="{3D8CAF35-FE09-4BF8-A6B1-BA05A5829EAF}">
      <dgm:prSet/>
      <dgm:spPr/>
      <dgm:t>
        <a:bodyPr/>
        <a:lstStyle/>
        <a:p>
          <a:endParaRPr lang="es-CL"/>
        </a:p>
      </dgm:t>
    </dgm:pt>
    <dgm:pt modelId="{3CA32A4A-930D-4668-A564-22FE91BB1B91}" type="sibTrans" cxnId="{3D8CAF35-FE09-4BF8-A6B1-BA05A5829EAF}">
      <dgm:prSet/>
      <dgm:spPr/>
      <dgm:t>
        <a:bodyPr/>
        <a:lstStyle/>
        <a:p>
          <a:endParaRPr lang="es-CL"/>
        </a:p>
      </dgm:t>
    </dgm:pt>
    <dgm:pt modelId="{F6192490-E8D5-4099-8F90-29A2D366DE94}">
      <dgm:prSet phldrT="[Texto]" phldr="0"/>
      <dgm:spPr/>
      <dgm:t>
        <a:bodyPr/>
        <a:lstStyle/>
        <a:p>
          <a:r>
            <a:rPr lang="es-ES"/>
            <a:t>Series-Parallel Hybrid System</a:t>
          </a:r>
          <a:endParaRPr lang="es-CL" dirty="0"/>
        </a:p>
      </dgm:t>
    </dgm:pt>
    <dgm:pt modelId="{98915905-7B90-4B41-8D36-6BECF33B6C42}" type="parTrans" cxnId="{8741C2AD-92D5-4BA6-AF71-BD508CDA9E41}">
      <dgm:prSet/>
      <dgm:spPr/>
      <dgm:t>
        <a:bodyPr/>
        <a:lstStyle/>
        <a:p>
          <a:endParaRPr lang="es-CL"/>
        </a:p>
      </dgm:t>
    </dgm:pt>
    <dgm:pt modelId="{82A21A4D-71D0-42A6-9866-521182E18059}" type="sibTrans" cxnId="{8741C2AD-92D5-4BA6-AF71-BD508CDA9E41}">
      <dgm:prSet/>
      <dgm:spPr/>
      <dgm:t>
        <a:bodyPr/>
        <a:lstStyle/>
        <a:p>
          <a:endParaRPr lang="es-CL"/>
        </a:p>
      </dgm:t>
    </dgm:pt>
    <dgm:pt modelId="{FDF18570-0CE0-49D6-8782-A5DA18BDB71A}" type="pres">
      <dgm:prSet presAssocID="{9281327B-E198-408C-BF91-CFC08DE8EFA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5A0C8CB-6260-4D93-B38D-C062B59B564B}" type="pres">
      <dgm:prSet presAssocID="{03BF8392-8CB3-4BE3-B703-EF1093B7F14E}" presName="hierRoot1" presStyleCnt="0">
        <dgm:presLayoutVars>
          <dgm:hierBranch val="init"/>
        </dgm:presLayoutVars>
      </dgm:prSet>
      <dgm:spPr/>
    </dgm:pt>
    <dgm:pt modelId="{476A2E5E-2D19-4AFA-8296-0872D909477E}" type="pres">
      <dgm:prSet presAssocID="{03BF8392-8CB3-4BE3-B703-EF1093B7F14E}" presName="rootComposite1" presStyleCnt="0"/>
      <dgm:spPr/>
    </dgm:pt>
    <dgm:pt modelId="{C556DEC6-152E-438F-9201-2DCE8418FDF5}" type="pres">
      <dgm:prSet presAssocID="{03BF8392-8CB3-4BE3-B703-EF1093B7F14E}" presName="rootText1" presStyleLbl="node0" presStyleIdx="0" presStyleCnt="1">
        <dgm:presLayoutVars>
          <dgm:chPref val="3"/>
        </dgm:presLayoutVars>
      </dgm:prSet>
      <dgm:spPr/>
    </dgm:pt>
    <dgm:pt modelId="{D44B507E-D739-4942-AEA0-10DF77D09CDC}" type="pres">
      <dgm:prSet presAssocID="{03BF8392-8CB3-4BE3-B703-EF1093B7F14E}" presName="rootConnector1" presStyleLbl="node1" presStyleIdx="0" presStyleCnt="0"/>
      <dgm:spPr/>
    </dgm:pt>
    <dgm:pt modelId="{25BBE820-0967-445E-B7A6-6122427F4031}" type="pres">
      <dgm:prSet presAssocID="{03BF8392-8CB3-4BE3-B703-EF1093B7F14E}" presName="hierChild2" presStyleCnt="0"/>
      <dgm:spPr/>
    </dgm:pt>
    <dgm:pt modelId="{3A43FCCC-5F76-4F4C-9D52-F93927A64D5A}" type="pres">
      <dgm:prSet presAssocID="{ADDADEB8-3209-49FB-B8AA-6E4226E0D4C9}" presName="Name37" presStyleLbl="parChTrans1D2" presStyleIdx="0" presStyleCnt="3"/>
      <dgm:spPr/>
    </dgm:pt>
    <dgm:pt modelId="{0035CBCA-0B50-43A5-A53B-9AA92308042B}" type="pres">
      <dgm:prSet presAssocID="{91CA7CB5-C74E-40E3-92A5-2E78D4DEB53A}" presName="hierRoot2" presStyleCnt="0">
        <dgm:presLayoutVars>
          <dgm:hierBranch val="init"/>
        </dgm:presLayoutVars>
      </dgm:prSet>
      <dgm:spPr/>
    </dgm:pt>
    <dgm:pt modelId="{F7331E75-35D5-45CE-9496-1A1AB88362FC}" type="pres">
      <dgm:prSet presAssocID="{91CA7CB5-C74E-40E3-92A5-2E78D4DEB53A}" presName="rootComposite" presStyleCnt="0"/>
      <dgm:spPr/>
    </dgm:pt>
    <dgm:pt modelId="{184510D5-D7CF-4316-9140-83F077643B4A}" type="pres">
      <dgm:prSet presAssocID="{91CA7CB5-C74E-40E3-92A5-2E78D4DEB53A}" presName="rootText" presStyleLbl="node2" presStyleIdx="0" presStyleCnt="3">
        <dgm:presLayoutVars>
          <dgm:chPref val="3"/>
        </dgm:presLayoutVars>
      </dgm:prSet>
      <dgm:spPr/>
    </dgm:pt>
    <dgm:pt modelId="{6C262C72-61AE-43B1-A3C1-A8629334254E}" type="pres">
      <dgm:prSet presAssocID="{91CA7CB5-C74E-40E3-92A5-2E78D4DEB53A}" presName="rootConnector" presStyleLbl="node2" presStyleIdx="0" presStyleCnt="3"/>
      <dgm:spPr/>
    </dgm:pt>
    <dgm:pt modelId="{5DF7B83E-C209-4BDE-8138-6F44B3ABE587}" type="pres">
      <dgm:prSet presAssocID="{91CA7CB5-C74E-40E3-92A5-2E78D4DEB53A}" presName="hierChild4" presStyleCnt="0"/>
      <dgm:spPr/>
    </dgm:pt>
    <dgm:pt modelId="{29A66ED9-F0BB-4638-9D12-7C18198CFF24}" type="pres">
      <dgm:prSet presAssocID="{91CA7CB5-C74E-40E3-92A5-2E78D4DEB53A}" presName="hierChild5" presStyleCnt="0"/>
      <dgm:spPr/>
    </dgm:pt>
    <dgm:pt modelId="{5099D0D7-CF67-448A-9227-C3DD3AEF295D}" type="pres">
      <dgm:prSet presAssocID="{0DC8A94B-8B06-46D4-BAAF-BD051533DFA5}" presName="Name37" presStyleLbl="parChTrans1D2" presStyleIdx="1" presStyleCnt="3"/>
      <dgm:spPr/>
    </dgm:pt>
    <dgm:pt modelId="{157C8447-21BC-4AF0-AE8C-58E61AC03510}" type="pres">
      <dgm:prSet presAssocID="{3414E1C1-040F-49E6-A321-B99C8FB5C0D5}" presName="hierRoot2" presStyleCnt="0">
        <dgm:presLayoutVars>
          <dgm:hierBranch val="init"/>
        </dgm:presLayoutVars>
      </dgm:prSet>
      <dgm:spPr/>
    </dgm:pt>
    <dgm:pt modelId="{BF96E1E0-793A-4D64-B367-0B677C0A6B4B}" type="pres">
      <dgm:prSet presAssocID="{3414E1C1-040F-49E6-A321-B99C8FB5C0D5}" presName="rootComposite" presStyleCnt="0"/>
      <dgm:spPr/>
    </dgm:pt>
    <dgm:pt modelId="{A99C51F5-EF91-4C9E-AE40-49B5D10DFA20}" type="pres">
      <dgm:prSet presAssocID="{3414E1C1-040F-49E6-A321-B99C8FB5C0D5}" presName="rootText" presStyleLbl="node2" presStyleIdx="1" presStyleCnt="3">
        <dgm:presLayoutVars>
          <dgm:chPref val="3"/>
        </dgm:presLayoutVars>
      </dgm:prSet>
      <dgm:spPr/>
    </dgm:pt>
    <dgm:pt modelId="{70CEA17F-6FDD-4E90-835B-90174CC239DE}" type="pres">
      <dgm:prSet presAssocID="{3414E1C1-040F-49E6-A321-B99C8FB5C0D5}" presName="rootConnector" presStyleLbl="node2" presStyleIdx="1" presStyleCnt="3"/>
      <dgm:spPr/>
    </dgm:pt>
    <dgm:pt modelId="{B3FF615D-44BD-4D69-8A2E-1C8508C937FB}" type="pres">
      <dgm:prSet presAssocID="{3414E1C1-040F-49E6-A321-B99C8FB5C0D5}" presName="hierChild4" presStyleCnt="0"/>
      <dgm:spPr/>
    </dgm:pt>
    <dgm:pt modelId="{2C0EA617-24EA-40B9-8BB2-5261AC23F464}" type="pres">
      <dgm:prSet presAssocID="{11645D92-3C0E-4F9B-B636-0E7FF60BC833}" presName="Name37" presStyleLbl="parChTrans1D3" presStyleIdx="0" presStyleCnt="3"/>
      <dgm:spPr/>
    </dgm:pt>
    <dgm:pt modelId="{C105C92C-CA1A-4992-A689-24AF25BA6444}" type="pres">
      <dgm:prSet presAssocID="{DE18F179-FC59-4EEA-B9B1-F3287A6EE452}" presName="hierRoot2" presStyleCnt="0">
        <dgm:presLayoutVars>
          <dgm:hierBranch val="init"/>
        </dgm:presLayoutVars>
      </dgm:prSet>
      <dgm:spPr/>
    </dgm:pt>
    <dgm:pt modelId="{CB6D8D77-E301-41AE-AA7C-62C4BFDFA638}" type="pres">
      <dgm:prSet presAssocID="{DE18F179-FC59-4EEA-B9B1-F3287A6EE452}" presName="rootComposite" presStyleCnt="0"/>
      <dgm:spPr/>
    </dgm:pt>
    <dgm:pt modelId="{AD0A8AE5-EAFF-49F5-BADD-7A75AE10D95C}" type="pres">
      <dgm:prSet presAssocID="{DE18F179-FC59-4EEA-B9B1-F3287A6EE452}" presName="rootText" presStyleLbl="node3" presStyleIdx="0" presStyleCnt="3">
        <dgm:presLayoutVars>
          <dgm:chPref val="3"/>
        </dgm:presLayoutVars>
      </dgm:prSet>
      <dgm:spPr/>
    </dgm:pt>
    <dgm:pt modelId="{18C5B639-8D3B-46EF-B636-C846EDB92585}" type="pres">
      <dgm:prSet presAssocID="{DE18F179-FC59-4EEA-B9B1-F3287A6EE452}" presName="rootConnector" presStyleLbl="node3" presStyleIdx="0" presStyleCnt="3"/>
      <dgm:spPr/>
    </dgm:pt>
    <dgm:pt modelId="{D38832A0-3832-4009-8453-52EE1C802769}" type="pres">
      <dgm:prSet presAssocID="{DE18F179-FC59-4EEA-B9B1-F3287A6EE452}" presName="hierChild4" presStyleCnt="0"/>
      <dgm:spPr/>
    </dgm:pt>
    <dgm:pt modelId="{CD25318F-774A-4378-9322-C198C10FDFE1}" type="pres">
      <dgm:prSet presAssocID="{DE18F179-FC59-4EEA-B9B1-F3287A6EE452}" presName="hierChild5" presStyleCnt="0"/>
      <dgm:spPr/>
    </dgm:pt>
    <dgm:pt modelId="{DD96C624-10CD-4713-BECA-1AD83A5DDC47}" type="pres">
      <dgm:prSet presAssocID="{DE9A3B77-D367-4B26-A081-54E25450C8FC}" presName="Name37" presStyleLbl="parChTrans1D3" presStyleIdx="1" presStyleCnt="3"/>
      <dgm:spPr/>
    </dgm:pt>
    <dgm:pt modelId="{62598F00-38F1-4F5B-86D9-39457DAE5949}" type="pres">
      <dgm:prSet presAssocID="{C7E3F87F-BDC5-4D35-863C-DDAAA1C52FB9}" presName="hierRoot2" presStyleCnt="0">
        <dgm:presLayoutVars>
          <dgm:hierBranch val="init"/>
        </dgm:presLayoutVars>
      </dgm:prSet>
      <dgm:spPr/>
    </dgm:pt>
    <dgm:pt modelId="{6B0EFA7D-17A3-40DD-ABD8-DBA07B2B258D}" type="pres">
      <dgm:prSet presAssocID="{C7E3F87F-BDC5-4D35-863C-DDAAA1C52FB9}" presName="rootComposite" presStyleCnt="0"/>
      <dgm:spPr/>
    </dgm:pt>
    <dgm:pt modelId="{A48E4260-2065-47FD-8EC7-9674D1693ED4}" type="pres">
      <dgm:prSet presAssocID="{C7E3F87F-BDC5-4D35-863C-DDAAA1C52FB9}" presName="rootText" presStyleLbl="node3" presStyleIdx="1" presStyleCnt="3">
        <dgm:presLayoutVars>
          <dgm:chPref val="3"/>
        </dgm:presLayoutVars>
      </dgm:prSet>
      <dgm:spPr/>
    </dgm:pt>
    <dgm:pt modelId="{B78455C5-2538-410F-B2FB-74BA260299A2}" type="pres">
      <dgm:prSet presAssocID="{C7E3F87F-BDC5-4D35-863C-DDAAA1C52FB9}" presName="rootConnector" presStyleLbl="node3" presStyleIdx="1" presStyleCnt="3"/>
      <dgm:spPr/>
    </dgm:pt>
    <dgm:pt modelId="{E886BCA0-415B-4098-9569-C6378BD720C3}" type="pres">
      <dgm:prSet presAssocID="{C7E3F87F-BDC5-4D35-863C-DDAAA1C52FB9}" presName="hierChild4" presStyleCnt="0"/>
      <dgm:spPr/>
    </dgm:pt>
    <dgm:pt modelId="{8F31D773-19FB-440C-BF84-070F2551AA70}" type="pres">
      <dgm:prSet presAssocID="{C7E3F87F-BDC5-4D35-863C-DDAAA1C52FB9}" presName="hierChild5" presStyleCnt="0"/>
      <dgm:spPr/>
    </dgm:pt>
    <dgm:pt modelId="{4919ADBB-440D-489F-92FE-5663050D7E53}" type="pres">
      <dgm:prSet presAssocID="{98915905-7B90-4B41-8D36-6BECF33B6C42}" presName="Name37" presStyleLbl="parChTrans1D3" presStyleIdx="2" presStyleCnt="3"/>
      <dgm:spPr/>
    </dgm:pt>
    <dgm:pt modelId="{8B6C3A9F-CC8E-428A-9FAB-188DB6221478}" type="pres">
      <dgm:prSet presAssocID="{F6192490-E8D5-4099-8F90-29A2D366DE94}" presName="hierRoot2" presStyleCnt="0">
        <dgm:presLayoutVars>
          <dgm:hierBranch val="init"/>
        </dgm:presLayoutVars>
      </dgm:prSet>
      <dgm:spPr/>
    </dgm:pt>
    <dgm:pt modelId="{FE82A7A4-6F37-4046-8CFC-443ADE97E0E5}" type="pres">
      <dgm:prSet presAssocID="{F6192490-E8D5-4099-8F90-29A2D366DE94}" presName="rootComposite" presStyleCnt="0"/>
      <dgm:spPr/>
    </dgm:pt>
    <dgm:pt modelId="{F899258E-FA55-4873-AE5B-BA647317CAB9}" type="pres">
      <dgm:prSet presAssocID="{F6192490-E8D5-4099-8F90-29A2D366DE94}" presName="rootText" presStyleLbl="node3" presStyleIdx="2" presStyleCnt="3">
        <dgm:presLayoutVars>
          <dgm:chPref val="3"/>
        </dgm:presLayoutVars>
      </dgm:prSet>
      <dgm:spPr/>
    </dgm:pt>
    <dgm:pt modelId="{FB2677E0-C792-4117-9E94-BAAB1963FC10}" type="pres">
      <dgm:prSet presAssocID="{F6192490-E8D5-4099-8F90-29A2D366DE94}" presName="rootConnector" presStyleLbl="node3" presStyleIdx="2" presStyleCnt="3"/>
      <dgm:spPr/>
    </dgm:pt>
    <dgm:pt modelId="{6CA00B99-B7CD-41DD-B1C4-9D1511D1A789}" type="pres">
      <dgm:prSet presAssocID="{F6192490-E8D5-4099-8F90-29A2D366DE94}" presName="hierChild4" presStyleCnt="0"/>
      <dgm:spPr/>
    </dgm:pt>
    <dgm:pt modelId="{053F47E1-6304-49E5-8507-FF8DA8689B72}" type="pres">
      <dgm:prSet presAssocID="{F6192490-E8D5-4099-8F90-29A2D366DE94}" presName="hierChild5" presStyleCnt="0"/>
      <dgm:spPr/>
    </dgm:pt>
    <dgm:pt modelId="{D65E6D98-CC56-4EBC-8F40-B6C29BC7166F}" type="pres">
      <dgm:prSet presAssocID="{3414E1C1-040F-49E6-A321-B99C8FB5C0D5}" presName="hierChild5" presStyleCnt="0"/>
      <dgm:spPr/>
    </dgm:pt>
    <dgm:pt modelId="{84E77534-FE00-4164-A907-71538EA5B3E1}" type="pres">
      <dgm:prSet presAssocID="{7420AC0A-EA3B-4908-82EC-808DAD1DEB5C}" presName="Name37" presStyleLbl="parChTrans1D2" presStyleIdx="2" presStyleCnt="3"/>
      <dgm:spPr/>
    </dgm:pt>
    <dgm:pt modelId="{DD4A16EE-2A74-45C4-80AB-31EF905F1C1E}" type="pres">
      <dgm:prSet presAssocID="{96DB48FE-122F-4D51-BF0D-2594B4754713}" presName="hierRoot2" presStyleCnt="0">
        <dgm:presLayoutVars>
          <dgm:hierBranch val="init"/>
        </dgm:presLayoutVars>
      </dgm:prSet>
      <dgm:spPr/>
    </dgm:pt>
    <dgm:pt modelId="{AD5981CE-8443-4ADB-B60A-9181C3A55EBC}" type="pres">
      <dgm:prSet presAssocID="{96DB48FE-122F-4D51-BF0D-2594B4754713}" presName="rootComposite" presStyleCnt="0"/>
      <dgm:spPr/>
    </dgm:pt>
    <dgm:pt modelId="{045BE422-391F-472E-8A8E-CABA737778FD}" type="pres">
      <dgm:prSet presAssocID="{96DB48FE-122F-4D51-BF0D-2594B4754713}" presName="rootText" presStyleLbl="node2" presStyleIdx="2" presStyleCnt="3">
        <dgm:presLayoutVars>
          <dgm:chPref val="3"/>
        </dgm:presLayoutVars>
      </dgm:prSet>
      <dgm:spPr/>
    </dgm:pt>
    <dgm:pt modelId="{34C4597C-C15A-4AAC-BFDF-714494CB3144}" type="pres">
      <dgm:prSet presAssocID="{96DB48FE-122F-4D51-BF0D-2594B4754713}" presName="rootConnector" presStyleLbl="node2" presStyleIdx="2" presStyleCnt="3"/>
      <dgm:spPr/>
    </dgm:pt>
    <dgm:pt modelId="{C3FAD75F-E049-4947-AF3E-568541018E56}" type="pres">
      <dgm:prSet presAssocID="{96DB48FE-122F-4D51-BF0D-2594B4754713}" presName="hierChild4" presStyleCnt="0"/>
      <dgm:spPr/>
    </dgm:pt>
    <dgm:pt modelId="{1B75528A-9AD1-40E0-BABD-F5E5EE3D8442}" type="pres">
      <dgm:prSet presAssocID="{96DB48FE-122F-4D51-BF0D-2594B4754713}" presName="hierChild5" presStyleCnt="0"/>
      <dgm:spPr/>
    </dgm:pt>
    <dgm:pt modelId="{19D9EB8E-5F7A-4115-A27D-EF1047CB42AB}" type="pres">
      <dgm:prSet presAssocID="{03BF8392-8CB3-4BE3-B703-EF1093B7F14E}" presName="hierChild3" presStyleCnt="0"/>
      <dgm:spPr/>
    </dgm:pt>
  </dgm:ptLst>
  <dgm:cxnLst>
    <dgm:cxn modelId="{1F5C8900-47AD-4C65-931B-C0B8ED5C5020}" type="presOf" srcId="{3414E1C1-040F-49E6-A321-B99C8FB5C0D5}" destId="{70CEA17F-6FDD-4E90-835B-90174CC239DE}" srcOrd="1" destOrd="0" presId="urn:microsoft.com/office/officeart/2005/8/layout/orgChart1"/>
    <dgm:cxn modelId="{83BB6604-CFCC-4A41-9F4A-F28AF0F796A0}" srcId="{3414E1C1-040F-49E6-A321-B99C8FB5C0D5}" destId="{DE18F179-FC59-4EEA-B9B1-F3287A6EE452}" srcOrd="0" destOrd="0" parTransId="{11645D92-3C0E-4F9B-B636-0E7FF60BC833}" sibTransId="{A393549E-B853-4DB8-A102-8A461C4A48A6}"/>
    <dgm:cxn modelId="{DB37F410-50F8-44BE-8807-2F928B2C6ABF}" type="presOf" srcId="{0DC8A94B-8B06-46D4-BAAF-BD051533DFA5}" destId="{5099D0D7-CF67-448A-9227-C3DD3AEF295D}" srcOrd="0" destOrd="0" presId="urn:microsoft.com/office/officeart/2005/8/layout/orgChart1"/>
    <dgm:cxn modelId="{19BE1B12-D2B7-48F8-BEA5-2042FBD50648}" srcId="{9281327B-E198-408C-BF91-CFC08DE8EFA7}" destId="{03BF8392-8CB3-4BE3-B703-EF1093B7F14E}" srcOrd="0" destOrd="0" parTransId="{A9F1C90B-19BF-4BF6-A5C1-43BFEE6E8E54}" sibTransId="{C7FCE0D0-5687-4003-A352-6586A06CE5AE}"/>
    <dgm:cxn modelId="{126B3817-969B-42F8-83CC-7FEBB22E11A9}" type="presOf" srcId="{F6192490-E8D5-4099-8F90-29A2D366DE94}" destId="{FB2677E0-C792-4117-9E94-BAAB1963FC10}" srcOrd="1" destOrd="0" presId="urn:microsoft.com/office/officeart/2005/8/layout/orgChart1"/>
    <dgm:cxn modelId="{3C2B521C-AFB0-4ADE-A0CE-8215FEF2B09C}" srcId="{03BF8392-8CB3-4BE3-B703-EF1093B7F14E}" destId="{3414E1C1-040F-49E6-A321-B99C8FB5C0D5}" srcOrd="1" destOrd="0" parTransId="{0DC8A94B-8B06-46D4-BAAF-BD051533DFA5}" sibTransId="{4140D3E1-7DD1-4712-A440-88127A8BE088}"/>
    <dgm:cxn modelId="{3D8CAF35-FE09-4BF8-A6B1-BA05A5829EAF}" srcId="{3414E1C1-040F-49E6-A321-B99C8FB5C0D5}" destId="{C7E3F87F-BDC5-4D35-863C-DDAAA1C52FB9}" srcOrd="1" destOrd="0" parTransId="{DE9A3B77-D367-4B26-A081-54E25450C8FC}" sibTransId="{3CA32A4A-930D-4668-A564-22FE91BB1B91}"/>
    <dgm:cxn modelId="{D626843C-FAFA-4BD4-85B2-FC253173581C}" type="presOf" srcId="{98915905-7B90-4B41-8D36-6BECF33B6C42}" destId="{4919ADBB-440D-489F-92FE-5663050D7E53}" srcOrd="0" destOrd="0" presId="urn:microsoft.com/office/officeart/2005/8/layout/orgChart1"/>
    <dgm:cxn modelId="{F7FDFD41-8C6B-44C0-953E-BE17B3E03BDB}" srcId="{03BF8392-8CB3-4BE3-B703-EF1093B7F14E}" destId="{91CA7CB5-C74E-40E3-92A5-2E78D4DEB53A}" srcOrd="0" destOrd="0" parTransId="{ADDADEB8-3209-49FB-B8AA-6E4226E0D4C9}" sibTransId="{7D808F65-24A4-47E5-9F73-1E53123CA0C8}"/>
    <dgm:cxn modelId="{F2991343-8CA1-4463-87E2-2410AF82AF95}" type="presOf" srcId="{11645D92-3C0E-4F9B-B636-0E7FF60BC833}" destId="{2C0EA617-24EA-40B9-8BB2-5261AC23F464}" srcOrd="0" destOrd="0" presId="urn:microsoft.com/office/officeart/2005/8/layout/orgChart1"/>
    <dgm:cxn modelId="{0C8FFD45-B3F7-450D-8A57-2FC2C106185F}" type="presOf" srcId="{91CA7CB5-C74E-40E3-92A5-2E78D4DEB53A}" destId="{6C262C72-61AE-43B1-A3C1-A8629334254E}" srcOrd="1" destOrd="0" presId="urn:microsoft.com/office/officeart/2005/8/layout/orgChart1"/>
    <dgm:cxn modelId="{A900E268-AC26-4602-BC71-303BD62204F0}" type="presOf" srcId="{9281327B-E198-408C-BF91-CFC08DE8EFA7}" destId="{FDF18570-0CE0-49D6-8782-A5DA18BDB71A}" srcOrd="0" destOrd="0" presId="urn:microsoft.com/office/officeart/2005/8/layout/orgChart1"/>
    <dgm:cxn modelId="{CBBA206C-3E72-4788-B822-24F7EF03CC38}" type="presOf" srcId="{DE18F179-FC59-4EEA-B9B1-F3287A6EE452}" destId="{18C5B639-8D3B-46EF-B636-C846EDB92585}" srcOrd="1" destOrd="0" presId="urn:microsoft.com/office/officeart/2005/8/layout/orgChart1"/>
    <dgm:cxn modelId="{1BED406D-935D-4F18-98C5-6BFF6E258479}" type="presOf" srcId="{DE9A3B77-D367-4B26-A081-54E25450C8FC}" destId="{DD96C624-10CD-4713-BECA-1AD83A5DDC47}" srcOrd="0" destOrd="0" presId="urn:microsoft.com/office/officeart/2005/8/layout/orgChart1"/>
    <dgm:cxn modelId="{1AB79555-04AF-4A7F-AC44-F1F4BAC0A4F9}" type="presOf" srcId="{03BF8392-8CB3-4BE3-B703-EF1093B7F14E}" destId="{D44B507E-D739-4942-AEA0-10DF77D09CDC}" srcOrd="1" destOrd="0" presId="urn:microsoft.com/office/officeart/2005/8/layout/orgChart1"/>
    <dgm:cxn modelId="{6E380E7F-AF02-40AC-9F8B-D3519934CBDB}" type="presOf" srcId="{7420AC0A-EA3B-4908-82EC-808DAD1DEB5C}" destId="{84E77534-FE00-4164-A907-71538EA5B3E1}" srcOrd="0" destOrd="0" presId="urn:microsoft.com/office/officeart/2005/8/layout/orgChart1"/>
    <dgm:cxn modelId="{A5DB527F-0777-453B-B4EC-5CD07BF06369}" type="presOf" srcId="{3414E1C1-040F-49E6-A321-B99C8FB5C0D5}" destId="{A99C51F5-EF91-4C9E-AE40-49B5D10DFA20}" srcOrd="0" destOrd="0" presId="urn:microsoft.com/office/officeart/2005/8/layout/orgChart1"/>
    <dgm:cxn modelId="{05327595-3D44-42ED-8194-34F7759956B9}" type="presOf" srcId="{91CA7CB5-C74E-40E3-92A5-2E78D4DEB53A}" destId="{184510D5-D7CF-4316-9140-83F077643B4A}" srcOrd="0" destOrd="0" presId="urn:microsoft.com/office/officeart/2005/8/layout/orgChart1"/>
    <dgm:cxn modelId="{82BF0498-D7E5-4E20-A10D-A035BE30D3EA}" type="presOf" srcId="{F6192490-E8D5-4099-8F90-29A2D366DE94}" destId="{F899258E-FA55-4873-AE5B-BA647317CAB9}" srcOrd="0" destOrd="0" presId="urn:microsoft.com/office/officeart/2005/8/layout/orgChart1"/>
    <dgm:cxn modelId="{4A062E9C-9C41-4F7F-9055-CA864AA76C81}" type="presOf" srcId="{96DB48FE-122F-4D51-BF0D-2594B4754713}" destId="{045BE422-391F-472E-8A8E-CABA737778FD}" srcOrd="0" destOrd="0" presId="urn:microsoft.com/office/officeart/2005/8/layout/orgChart1"/>
    <dgm:cxn modelId="{0047479F-8C2A-4488-AD40-B87FCB50DA3F}" type="presOf" srcId="{03BF8392-8CB3-4BE3-B703-EF1093B7F14E}" destId="{C556DEC6-152E-438F-9201-2DCE8418FDF5}" srcOrd="0" destOrd="0" presId="urn:microsoft.com/office/officeart/2005/8/layout/orgChart1"/>
    <dgm:cxn modelId="{D7049CAB-39DD-46D1-99AF-7D6587E1632C}" type="presOf" srcId="{96DB48FE-122F-4D51-BF0D-2594B4754713}" destId="{34C4597C-C15A-4AAC-BFDF-714494CB3144}" srcOrd="1" destOrd="0" presId="urn:microsoft.com/office/officeart/2005/8/layout/orgChart1"/>
    <dgm:cxn modelId="{D48E7BAD-D430-4776-923E-DA44E5A1A91C}" type="presOf" srcId="{C7E3F87F-BDC5-4D35-863C-DDAAA1C52FB9}" destId="{B78455C5-2538-410F-B2FB-74BA260299A2}" srcOrd="1" destOrd="0" presId="urn:microsoft.com/office/officeart/2005/8/layout/orgChart1"/>
    <dgm:cxn modelId="{8741C2AD-92D5-4BA6-AF71-BD508CDA9E41}" srcId="{3414E1C1-040F-49E6-A321-B99C8FB5C0D5}" destId="{F6192490-E8D5-4099-8F90-29A2D366DE94}" srcOrd="2" destOrd="0" parTransId="{98915905-7B90-4B41-8D36-6BECF33B6C42}" sibTransId="{82A21A4D-71D0-42A6-9866-521182E18059}"/>
    <dgm:cxn modelId="{2A9EB7B5-2DA0-4084-95CA-7BE2FDFEE826}" type="presOf" srcId="{ADDADEB8-3209-49FB-B8AA-6E4226E0D4C9}" destId="{3A43FCCC-5F76-4F4C-9D52-F93927A64D5A}" srcOrd="0" destOrd="0" presId="urn:microsoft.com/office/officeart/2005/8/layout/orgChart1"/>
    <dgm:cxn modelId="{33EDF8BF-5E31-4C07-92AB-B16E5FFEA411}" srcId="{03BF8392-8CB3-4BE3-B703-EF1093B7F14E}" destId="{96DB48FE-122F-4D51-BF0D-2594B4754713}" srcOrd="2" destOrd="0" parTransId="{7420AC0A-EA3B-4908-82EC-808DAD1DEB5C}" sibTransId="{42A82EAF-3847-498E-B2C0-D2B1761A44D4}"/>
    <dgm:cxn modelId="{3AF3B4C8-5360-4B4C-A3D0-56806FC61E95}" type="presOf" srcId="{C7E3F87F-BDC5-4D35-863C-DDAAA1C52FB9}" destId="{A48E4260-2065-47FD-8EC7-9674D1693ED4}" srcOrd="0" destOrd="0" presId="urn:microsoft.com/office/officeart/2005/8/layout/orgChart1"/>
    <dgm:cxn modelId="{866CEFCF-8BCD-4B3D-AB3F-2C2E0A709504}" type="presOf" srcId="{DE18F179-FC59-4EEA-B9B1-F3287A6EE452}" destId="{AD0A8AE5-EAFF-49F5-BADD-7A75AE10D95C}" srcOrd="0" destOrd="0" presId="urn:microsoft.com/office/officeart/2005/8/layout/orgChart1"/>
    <dgm:cxn modelId="{9B576F7B-6C79-4431-B533-D020615A4267}" type="presParOf" srcId="{FDF18570-0CE0-49D6-8782-A5DA18BDB71A}" destId="{25A0C8CB-6260-4D93-B38D-C062B59B564B}" srcOrd="0" destOrd="0" presId="urn:microsoft.com/office/officeart/2005/8/layout/orgChart1"/>
    <dgm:cxn modelId="{E60A7255-8507-4F1F-8697-D9EE9D35878B}" type="presParOf" srcId="{25A0C8CB-6260-4D93-B38D-C062B59B564B}" destId="{476A2E5E-2D19-4AFA-8296-0872D909477E}" srcOrd="0" destOrd="0" presId="urn:microsoft.com/office/officeart/2005/8/layout/orgChart1"/>
    <dgm:cxn modelId="{17FB76A4-73FC-4799-A240-C73154F26FF4}" type="presParOf" srcId="{476A2E5E-2D19-4AFA-8296-0872D909477E}" destId="{C556DEC6-152E-438F-9201-2DCE8418FDF5}" srcOrd="0" destOrd="0" presId="urn:microsoft.com/office/officeart/2005/8/layout/orgChart1"/>
    <dgm:cxn modelId="{F48B5164-ECCB-4765-8F5F-D3DF59A96CCF}" type="presParOf" srcId="{476A2E5E-2D19-4AFA-8296-0872D909477E}" destId="{D44B507E-D739-4942-AEA0-10DF77D09CDC}" srcOrd="1" destOrd="0" presId="urn:microsoft.com/office/officeart/2005/8/layout/orgChart1"/>
    <dgm:cxn modelId="{E591347A-8D03-4307-A031-F4953F22851A}" type="presParOf" srcId="{25A0C8CB-6260-4D93-B38D-C062B59B564B}" destId="{25BBE820-0967-445E-B7A6-6122427F4031}" srcOrd="1" destOrd="0" presId="urn:microsoft.com/office/officeart/2005/8/layout/orgChart1"/>
    <dgm:cxn modelId="{EF895223-646B-4906-8433-B24F165FE752}" type="presParOf" srcId="{25BBE820-0967-445E-B7A6-6122427F4031}" destId="{3A43FCCC-5F76-4F4C-9D52-F93927A64D5A}" srcOrd="0" destOrd="0" presId="urn:microsoft.com/office/officeart/2005/8/layout/orgChart1"/>
    <dgm:cxn modelId="{EB870C1D-C331-4DB5-A8E6-14FAC8D5D06E}" type="presParOf" srcId="{25BBE820-0967-445E-B7A6-6122427F4031}" destId="{0035CBCA-0B50-43A5-A53B-9AA92308042B}" srcOrd="1" destOrd="0" presId="urn:microsoft.com/office/officeart/2005/8/layout/orgChart1"/>
    <dgm:cxn modelId="{D6B68B66-F0BE-41D1-8D65-8B15A86442C9}" type="presParOf" srcId="{0035CBCA-0B50-43A5-A53B-9AA92308042B}" destId="{F7331E75-35D5-45CE-9496-1A1AB88362FC}" srcOrd="0" destOrd="0" presId="urn:microsoft.com/office/officeart/2005/8/layout/orgChart1"/>
    <dgm:cxn modelId="{75964896-3811-41E9-9DC1-9E3F23D73BB2}" type="presParOf" srcId="{F7331E75-35D5-45CE-9496-1A1AB88362FC}" destId="{184510D5-D7CF-4316-9140-83F077643B4A}" srcOrd="0" destOrd="0" presId="urn:microsoft.com/office/officeart/2005/8/layout/orgChart1"/>
    <dgm:cxn modelId="{DFC873EF-8B3D-4E19-A3E9-C75133C623B1}" type="presParOf" srcId="{F7331E75-35D5-45CE-9496-1A1AB88362FC}" destId="{6C262C72-61AE-43B1-A3C1-A8629334254E}" srcOrd="1" destOrd="0" presId="urn:microsoft.com/office/officeart/2005/8/layout/orgChart1"/>
    <dgm:cxn modelId="{60785BCF-81EB-4D41-A840-4E05B1210985}" type="presParOf" srcId="{0035CBCA-0B50-43A5-A53B-9AA92308042B}" destId="{5DF7B83E-C209-4BDE-8138-6F44B3ABE587}" srcOrd="1" destOrd="0" presId="urn:microsoft.com/office/officeart/2005/8/layout/orgChart1"/>
    <dgm:cxn modelId="{84FA11C2-286D-4DEB-8FC3-ACBDB4313748}" type="presParOf" srcId="{0035CBCA-0B50-43A5-A53B-9AA92308042B}" destId="{29A66ED9-F0BB-4638-9D12-7C18198CFF24}" srcOrd="2" destOrd="0" presId="urn:microsoft.com/office/officeart/2005/8/layout/orgChart1"/>
    <dgm:cxn modelId="{363914B3-1EEE-421D-A9CC-170AC0A02CD2}" type="presParOf" srcId="{25BBE820-0967-445E-B7A6-6122427F4031}" destId="{5099D0D7-CF67-448A-9227-C3DD3AEF295D}" srcOrd="2" destOrd="0" presId="urn:microsoft.com/office/officeart/2005/8/layout/orgChart1"/>
    <dgm:cxn modelId="{47FACC80-AFCC-4361-9C8F-8F23F262F19B}" type="presParOf" srcId="{25BBE820-0967-445E-B7A6-6122427F4031}" destId="{157C8447-21BC-4AF0-AE8C-58E61AC03510}" srcOrd="3" destOrd="0" presId="urn:microsoft.com/office/officeart/2005/8/layout/orgChart1"/>
    <dgm:cxn modelId="{DE8B2B96-86A7-4A0A-A121-0740A516FF25}" type="presParOf" srcId="{157C8447-21BC-4AF0-AE8C-58E61AC03510}" destId="{BF96E1E0-793A-4D64-B367-0B677C0A6B4B}" srcOrd="0" destOrd="0" presId="urn:microsoft.com/office/officeart/2005/8/layout/orgChart1"/>
    <dgm:cxn modelId="{133DECE2-1143-46D4-9904-12FA9F0D411B}" type="presParOf" srcId="{BF96E1E0-793A-4D64-B367-0B677C0A6B4B}" destId="{A99C51F5-EF91-4C9E-AE40-49B5D10DFA20}" srcOrd="0" destOrd="0" presId="urn:microsoft.com/office/officeart/2005/8/layout/orgChart1"/>
    <dgm:cxn modelId="{47434C5E-0BC6-4BF0-A559-8FDC2093956C}" type="presParOf" srcId="{BF96E1E0-793A-4D64-B367-0B677C0A6B4B}" destId="{70CEA17F-6FDD-4E90-835B-90174CC239DE}" srcOrd="1" destOrd="0" presId="urn:microsoft.com/office/officeart/2005/8/layout/orgChart1"/>
    <dgm:cxn modelId="{F931F366-80B6-470F-93C3-BE3D52DD4078}" type="presParOf" srcId="{157C8447-21BC-4AF0-AE8C-58E61AC03510}" destId="{B3FF615D-44BD-4D69-8A2E-1C8508C937FB}" srcOrd="1" destOrd="0" presId="urn:microsoft.com/office/officeart/2005/8/layout/orgChart1"/>
    <dgm:cxn modelId="{64F9A12C-F912-4011-BB61-016C421355A8}" type="presParOf" srcId="{B3FF615D-44BD-4D69-8A2E-1C8508C937FB}" destId="{2C0EA617-24EA-40B9-8BB2-5261AC23F464}" srcOrd="0" destOrd="0" presId="urn:microsoft.com/office/officeart/2005/8/layout/orgChart1"/>
    <dgm:cxn modelId="{FC18EAEC-2D07-4A0D-8333-2181A82F5F9B}" type="presParOf" srcId="{B3FF615D-44BD-4D69-8A2E-1C8508C937FB}" destId="{C105C92C-CA1A-4992-A689-24AF25BA6444}" srcOrd="1" destOrd="0" presId="urn:microsoft.com/office/officeart/2005/8/layout/orgChart1"/>
    <dgm:cxn modelId="{A0696765-624D-49BD-A912-EF9CBB2C1421}" type="presParOf" srcId="{C105C92C-CA1A-4992-A689-24AF25BA6444}" destId="{CB6D8D77-E301-41AE-AA7C-62C4BFDFA638}" srcOrd="0" destOrd="0" presId="urn:microsoft.com/office/officeart/2005/8/layout/orgChart1"/>
    <dgm:cxn modelId="{1A16C356-0398-4FB8-81C0-34CEECD92608}" type="presParOf" srcId="{CB6D8D77-E301-41AE-AA7C-62C4BFDFA638}" destId="{AD0A8AE5-EAFF-49F5-BADD-7A75AE10D95C}" srcOrd="0" destOrd="0" presId="urn:microsoft.com/office/officeart/2005/8/layout/orgChart1"/>
    <dgm:cxn modelId="{0ED7C178-6824-486B-9B78-F0E1D0A5F9B1}" type="presParOf" srcId="{CB6D8D77-E301-41AE-AA7C-62C4BFDFA638}" destId="{18C5B639-8D3B-46EF-B636-C846EDB92585}" srcOrd="1" destOrd="0" presId="urn:microsoft.com/office/officeart/2005/8/layout/orgChart1"/>
    <dgm:cxn modelId="{E683850E-2157-4965-AB21-0072D88121ED}" type="presParOf" srcId="{C105C92C-CA1A-4992-A689-24AF25BA6444}" destId="{D38832A0-3832-4009-8453-52EE1C802769}" srcOrd="1" destOrd="0" presId="urn:microsoft.com/office/officeart/2005/8/layout/orgChart1"/>
    <dgm:cxn modelId="{9F192FB3-1062-41FC-8EE8-644C23843276}" type="presParOf" srcId="{C105C92C-CA1A-4992-A689-24AF25BA6444}" destId="{CD25318F-774A-4378-9322-C198C10FDFE1}" srcOrd="2" destOrd="0" presId="urn:microsoft.com/office/officeart/2005/8/layout/orgChart1"/>
    <dgm:cxn modelId="{9FCF0D59-F0A1-48C2-9A05-DCA51D7D5F10}" type="presParOf" srcId="{B3FF615D-44BD-4D69-8A2E-1C8508C937FB}" destId="{DD96C624-10CD-4713-BECA-1AD83A5DDC47}" srcOrd="2" destOrd="0" presId="urn:microsoft.com/office/officeart/2005/8/layout/orgChart1"/>
    <dgm:cxn modelId="{1F855A9F-C85A-4558-B258-6DD65184D81E}" type="presParOf" srcId="{B3FF615D-44BD-4D69-8A2E-1C8508C937FB}" destId="{62598F00-38F1-4F5B-86D9-39457DAE5949}" srcOrd="3" destOrd="0" presId="urn:microsoft.com/office/officeart/2005/8/layout/orgChart1"/>
    <dgm:cxn modelId="{9C239DDA-AAF7-4F2A-BDE5-E7E00AF53C0E}" type="presParOf" srcId="{62598F00-38F1-4F5B-86D9-39457DAE5949}" destId="{6B0EFA7D-17A3-40DD-ABD8-DBA07B2B258D}" srcOrd="0" destOrd="0" presId="urn:microsoft.com/office/officeart/2005/8/layout/orgChart1"/>
    <dgm:cxn modelId="{33067DBE-A1D6-48EA-84B3-87EF1AB1B20C}" type="presParOf" srcId="{6B0EFA7D-17A3-40DD-ABD8-DBA07B2B258D}" destId="{A48E4260-2065-47FD-8EC7-9674D1693ED4}" srcOrd="0" destOrd="0" presId="urn:microsoft.com/office/officeart/2005/8/layout/orgChart1"/>
    <dgm:cxn modelId="{ADEFCE64-89EA-495D-939A-3A8EA4A5E40B}" type="presParOf" srcId="{6B0EFA7D-17A3-40DD-ABD8-DBA07B2B258D}" destId="{B78455C5-2538-410F-B2FB-74BA260299A2}" srcOrd="1" destOrd="0" presId="urn:microsoft.com/office/officeart/2005/8/layout/orgChart1"/>
    <dgm:cxn modelId="{C52E950D-9B7B-495F-AAAB-C7239466599D}" type="presParOf" srcId="{62598F00-38F1-4F5B-86D9-39457DAE5949}" destId="{E886BCA0-415B-4098-9569-C6378BD720C3}" srcOrd="1" destOrd="0" presId="urn:microsoft.com/office/officeart/2005/8/layout/orgChart1"/>
    <dgm:cxn modelId="{DF487E49-0370-45F8-A00C-292B9C38D87C}" type="presParOf" srcId="{62598F00-38F1-4F5B-86D9-39457DAE5949}" destId="{8F31D773-19FB-440C-BF84-070F2551AA70}" srcOrd="2" destOrd="0" presId="urn:microsoft.com/office/officeart/2005/8/layout/orgChart1"/>
    <dgm:cxn modelId="{83BB582D-D612-446C-9C2A-18A9BF0C1B18}" type="presParOf" srcId="{B3FF615D-44BD-4D69-8A2E-1C8508C937FB}" destId="{4919ADBB-440D-489F-92FE-5663050D7E53}" srcOrd="4" destOrd="0" presId="urn:microsoft.com/office/officeart/2005/8/layout/orgChart1"/>
    <dgm:cxn modelId="{60B0AAF2-F547-4DB8-A063-48E4F3ADCDFF}" type="presParOf" srcId="{B3FF615D-44BD-4D69-8A2E-1C8508C937FB}" destId="{8B6C3A9F-CC8E-428A-9FAB-188DB6221478}" srcOrd="5" destOrd="0" presId="urn:microsoft.com/office/officeart/2005/8/layout/orgChart1"/>
    <dgm:cxn modelId="{D23760E7-D293-42C8-AB4A-C5503439C72B}" type="presParOf" srcId="{8B6C3A9F-CC8E-428A-9FAB-188DB6221478}" destId="{FE82A7A4-6F37-4046-8CFC-443ADE97E0E5}" srcOrd="0" destOrd="0" presId="urn:microsoft.com/office/officeart/2005/8/layout/orgChart1"/>
    <dgm:cxn modelId="{63FC4E53-DB23-446B-9A07-EA761E683A38}" type="presParOf" srcId="{FE82A7A4-6F37-4046-8CFC-443ADE97E0E5}" destId="{F899258E-FA55-4873-AE5B-BA647317CAB9}" srcOrd="0" destOrd="0" presId="urn:microsoft.com/office/officeart/2005/8/layout/orgChart1"/>
    <dgm:cxn modelId="{A4D963E5-6476-4C9E-A450-88E3B52E2A80}" type="presParOf" srcId="{FE82A7A4-6F37-4046-8CFC-443ADE97E0E5}" destId="{FB2677E0-C792-4117-9E94-BAAB1963FC10}" srcOrd="1" destOrd="0" presId="urn:microsoft.com/office/officeart/2005/8/layout/orgChart1"/>
    <dgm:cxn modelId="{DF151914-A9A0-4691-A64E-DBE9E2C0D8E7}" type="presParOf" srcId="{8B6C3A9F-CC8E-428A-9FAB-188DB6221478}" destId="{6CA00B99-B7CD-41DD-B1C4-9D1511D1A789}" srcOrd="1" destOrd="0" presId="urn:microsoft.com/office/officeart/2005/8/layout/orgChart1"/>
    <dgm:cxn modelId="{618F6311-6F59-40EF-AA6C-A69A6BB1D4ED}" type="presParOf" srcId="{8B6C3A9F-CC8E-428A-9FAB-188DB6221478}" destId="{053F47E1-6304-49E5-8507-FF8DA8689B72}" srcOrd="2" destOrd="0" presId="urn:microsoft.com/office/officeart/2005/8/layout/orgChart1"/>
    <dgm:cxn modelId="{5243D12A-8D1E-44A5-9D1F-6C6D8FED2C67}" type="presParOf" srcId="{157C8447-21BC-4AF0-AE8C-58E61AC03510}" destId="{D65E6D98-CC56-4EBC-8F40-B6C29BC7166F}" srcOrd="2" destOrd="0" presId="urn:microsoft.com/office/officeart/2005/8/layout/orgChart1"/>
    <dgm:cxn modelId="{1442E5E1-3D9C-4617-974C-4B7BB164A90E}" type="presParOf" srcId="{25BBE820-0967-445E-B7A6-6122427F4031}" destId="{84E77534-FE00-4164-A907-71538EA5B3E1}" srcOrd="4" destOrd="0" presId="urn:microsoft.com/office/officeart/2005/8/layout/orgChart1"/>
    <dgm:cxn modelId="{3EE49B81-6DC4-45E8-993E-BCDF74C233C8}" type="presParOf" srcId="{25BBE820-0967-445E-B7A6-6122427F4031}" destId="{DD4A16EE-2A74-45C4-80AB-31EF905F1C1E}" srcOrd="5" destOrd="0" presId="urn:microsoft.com/office/officeart/2005/8/layout/orgChart1"/>
    <dgm:cxn modelId="{A2B5E50E-D613-4232-B8D0-298EC43D9B56}" type="presParOf" srcId="{DD4A16EE-2A74-45C4-80AB-31EF905F1C1E}" destId="{AD5981CE-8443-4ADB-B60A-9181C3A55EBC}" srcOrd="0" destOrd="0" presId="urn:microsoft.com/office/officeart/2005/8/layout/orgChart1"/>
    <dgm:cxn modelId="{89722462-D4A5-40F9-9F5D-7D94C6E31B4A}" type="presParOf" srcId="{AD5981CE-8443-4ADB-B60A-9181C3A55EBC}" destId="{045BE422-391F-472E-8A8E-CABA737778FD}" srcOrd="0" destOrd="0" presId="urn:microsoft.com/office/officeart/2005/8/layout/orgChart1"/>
    <dgm:cxn modelId="{7C1D7342-DC20-47EA-A824-60AA430001B1}" type="presParOf" srcId="{AD5981CE-8443-4ADB-B60A-9181C3A55EBC}" destId="{34C4597C-C15A-4AAC-BFDF-714494CB3144}" srcOrd="1" destOrd="0" presId="urn:microsoft.com/office/officeart/2005/8/layout/orgChart1"/>
    <dgm:cxn modelId="{58BEDCF5-9AE9-47D8-AAF9-FEF588196C6D}" type="presParOf" srcId="{DD4A16EE-2A74-45C4-80AB-31EF905F1C1E}" destId="{C3FAD75F-E049-4947-AF3E-568541018E56}" srcOrd="1" destOrd="0" presId="urn:microsoft.com/office/officeart/2005/8/layout/orgChart1"/>
    <dgm:cxn modelId="{D9700D97-7E3A-4B82-A818-200CDBAC0D24}" type="presParOf" srcId="{DD4A16EE-2A74-45C4-80AB-31EF905F1C1E}" destId="{1B75528A-9AD1-40E0-BABD-F5E5EE3D8442}" srcOrd="2" destOrd="0" presId="urn:microsoft.com/office/officeart/2005/8/layout/orgChart1"/>
    <dgm:cxn modelId="{3B599608-D72B-49EC-B2AE-848FFEC5C5B2}" type="presParOf" srcId="{25A0C8CB-6260-4D93-B38D-C062B59B564B}" destId="{19D9EB8E-5F7A-4115-A27D-EF1047CB42A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81327B-E198-408C-BF91-CFC08DE8EFA7}" type="doc">
      <dgm:prSet loTypeId="urn:microsoft.com/office/officeart/2005/8/layout/orgChart1" loCatId="hierarchy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es-CL"/>
        </a:p>
      </dgm:t>
    </dgm:pt>
    <dgm:pt modelId="{03BF8392-8CB3-4BE3-B703-EF1093B7F14E}">
      <dgm:prSet phldrT="[Texto]" phldr="0"/>
      <dgm:spPr/>
      <dgm:t>
        <a:bodyPr/>
        <a:lstStyle/>
        <a:p>
          <a:r>
            <a:rPr lang="es-ES" dirty="0" err="1"/>
            <a:t>Power</a:t>
          </a:r>
          <a:r>
            <a:rPr lang="es-ES" dirty="0"/>
            <a:t> </a:t>
          </a:r>
          <a:r>
            <a:rPr lang="es-ES" dirty="0" err="1"/>
            <a:t>Sources</a:t>
          </a:r>
          <a:endParaRPr lang="es-CL" dirty="0"/>
        </a:p>
      </dgm:t>
    </dgm:pt>
    <dgm:pt modelId="{A9F1C90B-19BF-4BF6-A5C1-43BFEE6E8E54}" type="parTrans" cxnId="{19BE1B12-D2B7-48F8-BEA5-2042FBD50648}">
      <dgm:prSet/>
      <dgm:spPr/>
      <dgm:t>
        <a:bodyPr/>
        <a:lstStyle/>
        <a:p>
          <a:endParaRPr lang="es-CL"/>
        </a:p>
      </dgm:t>
    </dgm:pt>
    <dgm:pt modelId="{C7FCE0D0-5687-4003-A352-6586A06CE5AE}" type="sibTrans" cxnId="{19BE1B12-D2B7-48F8-BEA5-2042FBD50648}">
      <dgm:prSet/>
      <dgm:spPr/>
      <dgm:t>
        <a:bodyPr/>
        <a:lstStyle/>
        <a:p>
          <a:endParaRPr lang="es-CL"/>
        </a:p>
      </dgm:t>
    </dgm:pt>
    <dgm:pt modelId="{91CA7CB5-C74E-40E3-92A5-2E78D4DEB53A}">
      <dgm:prSet phldrT="[Texto]" phldr="0"/>
      <dgm:spPr/>
      <dgm:t>
        <a:bodyPr/>
        <a:lstStyle/>
        <a:p>
          <a:r>
            <a:rPr lang="es-ES" dirty="0" err="1"/>
            <a:t>Power</a:t>
          </a:r>
          <a:r>
            <a:rPr lang="es-ES" dirty="0"/>
            <a:t> </a:t>
          </a:r>
          <a:r>
            <a:rPr lang="es-ES" dirty="0" err="1"/>
            <a:t>Generation</a:t>
          </a:r>
          <a:r>
            <a:rPr lang="es-ES" dirty="0"/>
            <a:t> </a:t>
          </a:r>
          <a:r>
            <a:rPr lang="es-ES" dirty="0" err="1"/>
            <a:t>Systems</a:t>
          </a:r>
          <a:endParaRPr lang="es-CL" dirty="0"/>
        </a:p>
      </dgm:t>
    </dgm:pt>
    <dgm:pt modelId="{ADDADEB8-3209-49FB-B8AA-6E4226E0D4C9}" type="parTrans" cxnId="{F7FDFD41-8C6B-44C0-953E-BE17B3E03BDB}">
      <dgm:prSet/>
      <dgm:spPr/>
      <dgm:t>
        <a:bodyPr/>
        <a:lstStyle/>
        <a:p>
          <a:endParaRPr lang="es-CL"/>
        </a:p>
      </dgm:t>
    </dgm:pt>
    <dgm:pt modelId="{7D808F65-24A4-47E5-9F73-1E53123CA0C8}" type="sibTrans" cxnId="{F7FDFD41-8C6B-44C0-953E-BE17B3E03BDB}">
      <dgm:prSet/>
      <dgm:spPr/>
      <dgm:t>
        <a:bodyPr/>
        <a:lstStyle/>
        <a:p>
          <a:endParaRPr lang="es-CL"/>
        </a:p>
      </dgm:t>
    </dgm:pt>
    <dgm:pt modelId="{96DB48FE-122F-4D51-BF0D-2594B4754713}">
      <dgm:prSet phldrT="[Texto]" phldr="0"/>
      <dgm:spPr/>
      <dgm:t>
        <a:bodyPr/>
        <a:lstStyle/>
        <a:p>
          <a:r>
            <a:rPr lang="es-ES" dirty="0"/>
            <a:t>Electric Storage </a:t>
          </a:r>
          <a:r>
            <a:rPr lang="es-ES" dirty="0" err="1"/>
            <a:t>System</a:t>
          </a:r>
          <a:endParaRPr lang="es-CL" dirty="0"/>
        </a:p>
      </dgm:t>
    </dgm:pt>
    <dgm:pt modelId="{7420AC0A-EA3B-4908-82EC-808DAD1DEB5C}" type="parTrans" cxnId="{33EDF8BF-5E31-4C07-92AB-B16E5FFEA411}">
      <dgm:prSet/>
      <dgm:spPr/>
      <dgm:t>
        <a:bodyPr/>
        <a:lstStyle/>
        <a:p>
          <a:endParaRPr lang="es-CL"/>
        </a:p>
      </dgm:t>
    </dgm:pt>
    <dgm:pt modelId="{42A82EAF-3847-498E-B2C0-D2B1761A44D4}" type="sibTrans" cxnId="{33EDF8BF-5E31-4C07-92AB-B16E5FFEA411}">
      <dgm:prSet/>
      <dgm:spPr/>
      <dgm:t>
        <a:bodyPr/>
        <a:lstStyle/>
        <a:p>
          <a:endParaRPr lang="es-CL"/>
        </a:p>
      </dgm:t>
    </dgm:pt>
    <dgm:pt modelId="{7E7CD8ED-C2E3-4BA0-B626-5AEAD08DE7F9}">
      <dgm:prSet phldrT="[Texto]" phldr="0"/>
      <dgm:spPr/>
      <dgm:t>
        <a:bodyPr/>
        <a:lstStyle/>
        <a:p>
          <a:r>
            <a:rPr lang="es-ES"/>
            <a:t>Diesel Engines</a:t>
          </a:r>
          <a:endParaRPr lang="es-CL" dirty="0"/>
        </a:p>
      </dgm:t>
    </dgm:pt>
    <dgm:pt modelId="{0D08034B-A988-47E5-A9BC-FBAB7AE546BF}" type="parTrans" cxnId="{AC839B4A-B3F0-4164-9A50-31DAA612BE7F}">
      <dgm:prSet/>
      <dgm:spPr/>
      <dgm:t>
        <a:bodyPr/>
        <a:lstStyle/>
        <a:p>
          <a:endParaRPr lang="es-CL"/>
        </a:p>
      </dgm:t>
    </dgm:pt>
    <dgm:pt modelId="{FE9585CE-6103-4B57-ACAD-268A13C3154E}" type="sibTrans" cxnId="{AC839B4A-B3F0-4164-9A50-31DAA612BE7F}">
      <dgm:prSet/>
      <dgm:spPr/>
      <dgm:t>
        <a:bodyPr/>
        <a:lstStyle/>
        <a:p>
          <a:endParaRPr lang="es-CL"/>
        </a:p>
      </dgm:t>
    </dgm:pt>
    <dgm:pt modelId="{EFF0F101-A4D4-4A20-8B04-7FA7092D68FF}">
      <dgm:prSet phldrT="[Texto]" phldr="0"/>
      <dgm:spPr/>
      <dgm:t>
        <a:bodyPr/>
        <a:lstStyle/>
        <a:p>
          <a:r>
            <a:rPr lang="es-ES"/>
            <a:t>Fuel Cell</a:t>
          </a:r>
          <a:endParaRPr lang="es-CL" dirty="0"/>
        </a:p>
      </dgm:t>
    </dgm:pt>
    <dgm:pt modelId="{7F47D2D8-C818-420D-A259-8ED1B6781166}" type="parTrans" cxnId="{C4B68FE0-D097-4B3B-A7ED-4271F166DF81}">
      <dgm:prSet/>
      <dgm:spPr/>
      <dgm:t>
        <a:bodyPr/>
        <a:lstStyle/>
        <a:p>
          <a:endParaRPr lang="es-CL"/>
        </a:p>
      </dgm:t>
    </dgm:pt>
    <dgm:pt modelId="{CC9626D9-07C1-493F-A4DE-7F9DBAC11B0F}" type="sibTrans" cxnId="{C4B68FE0-D097-4B3B-A7ED-4271F166DF81}">
      <dgm:prSet/>
      <dgm:spPr/>
      <dgm:t>
        <a:bodyPr/>
        <a:lstStyle/>
        <a:p>
          <a:endParaRPr lang="es-CL"/>
        </a:p>
      </dgm:t>
    </dgm:pt>
    <dgm:pt modelId="{A536C4AB-0F6B-4B3A-AF39-815D0AE05695}">
      <dgm:prSet phldrT="[Texto]" phldr="0"/>
      <dgm:spPr/>
      <dgm:t>
        <a:bodyPr/>
        <a:lstStyle/>
        <a:p>
          <a:r>
            <a:rPr lang="es-ES" dirty="0" err="1"/>
            <a:t>Flywheels</a:t>
          </a:r>
          <a:endParaRPr lang="es-CL" dirty="0"/>
        </a:p>
      </dgm:t>
    </dgm:pt>
    <dgm:pt modelId="{3D66D3D2-037F-4FBB-8871-B94B9E536E3A}" type="parTrans" cxnId="{98752368-E76C-4FDE-87D8-40D5A90502AE}">
      <dgm:prSet/>
      <dgm:spPr/>
      <dgm:t>
        <a:bodyPr/>
        <a:lstStyle/>
        <a:p>
          <a:endParaRPr lang="es-CL"/>
        </a:p>
      </dgm:t>
    </dgm:pt>
    <dgm:pt modelId="{4C627060-FC48-40C6-8E74-F7DAA349F184}" type="sibTrans" cxnId="{98752368-E76C-4FDE-87D8-40D5A90502AE}">
      <dgm:prSet/>
      <dgm:spPr/>
      <dgm:t>
        <a:bodyPr/>
        <a:lstStyle/>
        <a:p>
          <a:endParaRPr lang="es-CL"/>
        </a:p>
      </dgm:t>
    </dgm:pt>
    <dgm:pt modelId="{3E2D9700-D6AE-4CCB-89A3-AAB382259CC5}">
      <dgm:prSet phldrT="[Texto]" phldr="0"/>
      <dgm:spPr/>
      <dgm:t>
        <a:bodyPr/>
        <a:lstStyle/>
        <a:p>
          <a:r>
            <a:rPr lang="es-ES" dirty="0" err="1"/>
            <a:t>Supercapacitors</a:t>
          </a:r>
          <a:endParaRPr lang="es-CL" dirty="0"/>
        </a:p>
      </dgm:t>
    </dgm:pt>
    <dgm:pt modelId="{5C5865B4-BB51-46E5-A2CE-C2E4B6502960}" type="parTrans" cxnId="{DE258D7A-C562-4CEF-87B5-A84353628167}">
      <dgm:prSet/>
      <dgm:spPr/>
      <dgm:t>
        <a:bodyPr/>
        <a:lstStyle/>
        <a:p>
          <a:endParaRPr lang="es-CL"/>
        </a:p>
      </dgm:t>
    </dgm:pt>
    <dgm:pt modelId="{8DF60783-6F97-41F1-B13E-FF56500A5D09}" type="sibTrans" cxnId="{DE258D7A-C562-4CEF-87B5-A84353628167}">
      <dgm:prSet/>
      <dgm:spPr/>
      <dgm:t>
        <a:bodyPr/>
        <a:lstStyle/>
        <a:p>
          <a:endParaRPr lang="es-CL"/>
        </a:p>
      </dgm:t>
    </dgm:pt>
    <dgm:pt modelId="{A9321641-C6AB-4B42-8E47-4C04ABC2CA7F}">
      <dgm:prSet phldrT="[Texto]" phldr="0"/>
      <dgm:spPr/>
      <dgm:t>
        <a:bodyPr/>
        <a:lstStyle/>
        <a:p>
          <a:r>
            <a:rPr lang="es-ES"/>
            <a:t>Batteries</a:t>
          </a:r>
          <a:endParaRPr lang="es-CL" dirty="0"/>
        </a:p>
      </dgm:t>
    </dgm:pt>
    <dgm:pt modelId="{3C40F62E-C56B-4D67-BCED-254745F33A92}" type="parTrans" cxnId="{D863D3FB-9E7E-4EB7-AEC2-033E4AE8E219}">
      <dgm:prSet/>
      <dgm:spPr/>
      <dgm:t>
        <a:bodyPr/>
        <a:lstStyle/>
        <a:p>
          <a:endParaRPr lang="es-CL"/>
        </a:p>
      </dgm:t>
    </dgm:pt>
    <dgm:pt modelId="{7E4BF148-4D58-4E15-9C9F-8876FC73C6F6}" type="sibTrans" cxnId="{D863D3FB-9E7E-4EB7-AEC2-033E4AE8E219}">
      <dgm:prSet/>
      <dgm:spPr/>
      <dgm:t>
        <a:bodyPr/>
        <a:lstStyle/>
        <a:p>
          <a:endParaRPr lang="es-CL"/>
        </a:p>
      </dgm:t>
    </dgm:pt>
    <dgm:pt modelId="{FDF18570-0CE0-49D6-8782-A5DA18BDB71A}" type="pres">
      <dgm:prSet presAssocID="{9281327B-E198-408C-BF91-CFC08DE8EFA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5A0C8CB-6260-4D93-B38D-C062B59B564B}" type="pres">
      <dgm:prSet presAssocID="{03BF8392-8CB3-4BE3-B703-EF1093B7F14E}" presName="hierRoot1" presStyleCnt="0">
        <dgm:presLayoutVars>
          <dgm:hierBranch val="init"/>
        </dgm:presLayoutVars>
      </dgm:prSet>
      <dgm:spPr/>
    </dgm:pt>
    <dgm:pt modelId="{476A2E5E-2D19-4AFA-8296-0872D909477E}" type="pres">
      <dgm:prSet presAssocID="{03BF8392-8CB3-4BE3-B703-EF1093B7F14E}" presName="rootComposite1" presStyleCnt="0"/>
      <dgm:spPr/>
    </dgm:pt>
    <dgm:pt modelId="{C556DEC6-152E-438F-9201-2DCE8418FDF5}" type="pres">
      <dgm:prSet presAssocID="{03BF8392-8CB3-4BE3-B703-EF1093B7F14E}" presName="rootText1" presStyleLbl="node0" presStyleIdx="0" presStyleCnt="1">
        <dgm:presLayoutVars>
          <dgm:chPref val="3"/>
        </dgm:presLayoutVars>
      </dgm:prSet>
      <dgm:spPr/>
    </dgm:pt>
    <dgm:pt modelId="{D44B507E-D739-4942-AEA0-10DF77D09CDC}" type="pres">
      <dgm:prSet presAssocID="{03BF8392-8CB3-4BE3-B703-EF1093B7F14E}" presName="rootConnector1" presStyleLbl="node1" presStyleIdx="0" presStyleCnt="0"/>
      <dgm:spPr/>
    </dgm:pt>
    <dgm:pt modelId="{25BBE820-0967-445E-B7A6-6122427F4031}" type="pres">
      <dgm:prSet presAssocID="{03BF8392-8CB3-4BE3-B703-EF1093B7F14E}" presName="hierChild2" presStyleCnt="0"/>
      <dgm:spPr/>
    </dgm:pt>
    <dgm:pt modelId="{3A43FCCC-5F76-4F4C-9D52-F93927A64D5A}" type="pres">
      <dgm:prSet presAssocID="{ADDADEB8-3209-49FB-B8AA-6E4226E0D4C9}" presName="Name37" presStyleLbl="parChTrans1D2" presStyleIdx="0" presStyleCnt="2"/>
      <dgm:spPr/>
    </dgm:pt>
    <dgm:pt modelId="{0035CBCA-0B50-43A5-A53B-9AA92308042B}" type="pres">
      <dgm:prSet presAssocID="{91CA7CB5-C74E-40E3-92A5-2E78D4DEB53A}" presName="hierRoot2" presStyleCnt="0">
        <dgm:presLayoutVars>
          <dgm:hierBranch val="init"/>
        </dgm:presLayoutVars>
      </dgm:prSet>
      <dgm:spPr/>
    </dgm:pt>
    <dgm:pt modelId="{F7331E75-35D5-45CE-9496-1A1AB88362FC}" type="pres">
      <dgm:prSet presAssocID="{91CA7CB5-C74E-40E3-92A5-2E78D4DEB53A}" presName="rootComposite" presStyleCnt="0"/>
      <dgm:spPr/>
    </dgm:pt>
    <dgm:pt modelId="{184510D5-D7CF-4316-9140-83F077643B4A}" type="pres">
      <dgm:prSet presAssocID="{91CA7CB5-C74E-40E3-92A5-2E78D4DEB53A}" presName="rootText" presStyleLbl="node2" presStyleIdx="0" presStyleCnt="2">
        <dgm:presLayoutVars>
          <dgm:chPref val="3"/>
        </dgm:presLayoutVars>
      </dgm:prSet>
      <dgm:spPr/>
    </dgm:pt>
    <dgm:pt modelId="{6C262C72-61AE-43B1-A3C1-A8629334254E}" type="pres">
      <dgm:prSet presAssocID="{91CA7CB5-C74E-40E3-92A5-2E78D4DEB53A}" presName="rootConnector" presStyleLbl="node2" presStyleIdx="0" presStyleCnt="2"/>
      <dgm:spPr/>
    </dgm:pt>
    <dgm:pt modelId="{5DF7B83E-C209-4BDE-8138-6F44B3ABE587}" type="pres">
      <dgm:prSet presAssocID="{91CA7CB5-C74E-40E3-92A5-2E78D4DEB53A}" presName="hierChild4" presStyleCnt="0"/>
      <dgm:spPr/>
    </dgm:pt>
    <dgm:pt modelId="{CFDABB0D-7D93-47DC-8740-745653C3C3F9}" type="pres">
      <dgm:prSet presAssocID="{0D08034B-A988-47E5-A9BC-FBAB7AE546BF}" presName="Name37" presStyleLbl="parChTrans1D3" presStyleIdx="0" presStyleCnt="5"/>
      <dgm:spPr/>
    </dgm:pt>
    <dgm:pt modelId="{EACDFE86-20FD-4CB7-B7CB-B581E910C5B5}" type="pres">
      <dgm:prSet presAssocID="{7E7CD8ED-C2E3-4BA0-B626-5AEAD08DE7F9}" presName="hierRoot2" presStyleCnt="0">
        <dgm:presLayoutVars>
          <dgm:hierBranch val="init"/>
        </dgm:presLayoutVars>
      </dgm:prSet>
      <dgm:spPr/>
    </dgm:pt>
    <dgm:pt modelId="{79C0AD40-2B5A-4938-86CA-90D2DFE5A120}" type="pres">
      <dgm:prSet presAssocID="{7E7CD8ED-C2E3-4BA0-B626-5AEAD08DE7F9}" presName="rootComposite" presStyleCnt="0"/>
      <dgm:spPr/>
    </dgm:pt>
    <dgm:pt modelId="{76EBA920-E197-414B-91BF-748C842FC4E2}" type="pres">
      <dgm:prSet presAssocID="{7E7CD8ED-C2E3-4BA0-B626-5AEAD08DE7F9}" presName="rootText" presStyleLbl="node3" presStyleIdx="0" presStyleCnt="5">
        <dgm:presLayoutVars>
          <dgm:chPref val="3"/>
        </dgm:presLayoutVars>
      </dgm:prSet>
      <dgm:spPr/>
    </dgm:pt>
    <dgm:pt modelId="{57F33217-C326-41B5-AA10-616C2C339F55}" type="pres">
      <dgm:prSet presAssocID="{7E7CD8ED-C2E3-4BA0-B626-5AEAD08DE7F9}" presName="rootConnector" presStyleLbl="node3" presStyleIdx="0" presStyleCnt="5"/>
      <dgm:spPr/>
    </dgm:pt>
    <dgm:pt modelId="{779AC6A0-CCAE-4905-BB63-DB0E67CD92A4}" type="pres">
      <dgm:prSet presAssocID="{7E7CD8ED-C2E3-4BA0-B626-5AEAD08DE7F9}" presName="hierChild4" presStyleCnt="0"/>
      <dgm:spPr/>
    </dgm:pt>
    <dgm:pt modelId="{166FC6F7-CC7F-4A0A-8428-37B045FB6E4D}" type="pres">
      <dgm:prSet presAssocID="{7E7CD8ED-C2E3-4BA0-B626-5AEAD08DE7F9}" presName="hierChild5" presStyleCnt="0"/>
      <dgm:spPr/>
    </dgm:pt>
    <dgm:pt modelId="{B0FEB64F-0B14-46C2-9B1E-7D46A8D9B312}" type="pres">
      <dgm:prSet presAssocID="{7F47D2D8-C818-420D-A259-8ED1B6781166}" presName="Name37" presStyleLbl="parChTrans1D3" presStyleIdx="1" presStyleCnt="5"/>
      <dgm:spPr/>
    </dgm:pt>
    <dgm:pt modelId="{9EC6B4CA-86C5-4966-9E82-1648A2FC824B}" type="pres">
      <dgm:prSet presAssocID="{EFF0F101-A4D4-4A20-8B04-7FA7092D68FF}" presName="hierRoot2" presStyleCnt="0">
        <dgm:presLayoutVars>
          <dgm:hierBranch val="init"/>
        </dgm:presLayoutVars>
      </dgm:prSet>
      <dgm:spPr/>
    </dgm:pt>
    <dgm:pt modelId="{5F0A1A86-A9DB-458C-ABF7-76DE93502B81}" type="pres">
      <dgm:prSet presAssocID="{EFF0F101-A4D4-4A20-8B04-7FA7092D68FF}" presName="rootComposite" presStyleCnt="0"/>
      <dgm:spPr/>
    </dgm:pt>
    <dgm:pt modelId="{7496DED3-B0BB-49C3-85EE-815D8E42AE43}" type="pres">
      <dgm:prSet presAssocID="{EFF0F101-A4D4-4A20-8B04-7FA7092D68FF}" presName="rootText" presStyleLbl="node3" presStyleIdx="1" presStyleCnt="5">
        <dgm:presLayoutVars>
          <dgm:chPref val="3"/>
        </dgm:presLayoutVars>
      </dgm:prSet>
      <dgm:spPr/>
    </dgm:pt>
    <dgm:pt modelId="{CD35B4D6-ACB7-46EA-9021-7A514AFEE9CC}" type="pres">
      <dgm:prSet presAssocID="{EFF0F101-A4D4-4A20-8B04-7FA7092D68FF}" presName="rootConnector" presStyleLbl="node3" presStyleIdx="1" presStyleCnt="5"/>
      <dgm:spPr/>
    </dgm:pt>
    <dgm:pt modelId="{3D28970A-588A-4B44-B7A5-7A5FEFABAE7E}" type="pres">
      <dgm:prSet presAssocID="{EFF0F101-A4D4-4A20-8B04-7FA7092D68FF}" presName="hierChild4" presStyleCnt="0"/>
      <dgm:spPr/>
    </dgm:pt>
    <dgm:pt modelId="{7DD05C21-C8D8-43ED-B7B5-8CAC825C94DB}" type="pres">
      <dgm:prSet presAssocID="{EFF0F101-A4D4-4A20-8B04-7FA7092D68FF}" presName="hierChild5" presStyleCnt="0"/>
      <dgm:spPr/>
    </dgm:pt>
    <dgm:pt modelId="{29A66ED9-F0BB-4638-9D12-7C18198CFF24}" type="pres">
      <dgm:prSet presAssocID="{91CA7CB5-C74E-40E3-92A5-2E78D4DEB53A}" presName="hierChild5" presStyleCnt="0"/>
      <dgm:spPr/>
    </dgm:pt>
    <dgm:pt modelId="{84E77534-FE00-4164-A907-71538EA5B3E1}" type="pres">
      <dgm:prSet presAssocID="{7420AC0A-EA3B-4908-82EC-808DAD1DEB5C}" presName="Name37" presStyleLbl="parChTrans1D2" presStyleIdx="1" presStyleCnt="2"/>
      <dgm:spPr/>
    </dgm:pt>
    <dgm:pt modelId="{DD4A16EE-2A74-45C4-80AB-31EF905F1C1E}" type="pres">
      <dgm:prSet presAssocID="{96DB48FE-122F-4D51-BF0D-2594B4754713}" presName="hierRoot2" presStyleCnt="0">
        <dgm:presLayoutVars>
          <dgm:hierBranch val="init"/>
        </dgm:presLayoutVars>
      </dgm:prSet>
      <dgm:spPr/>
    </dgm:pt>
    <dgm:pt modelId="{AD5981CE-8443-4ADB-B60A-9181C3A55EBC}" type="pres">
      <dgm:prSet presAssocID="{96DB48FE-122F-4D51-BF0D-2594B4754713}" presName="rootComposite" presStyleCnt="0"/>
      <dgm:spPr/>
    </dgm:pt>
    <dgm:pt modelId="{045BE422-391F-472E-8A8E-CABA737778FD}" type="pres">
      <dgm:prSet presAssocID="{96DB48FE-122F-4D51-BF0D-2594B4754713}" presName="rootText" presStyleLbl="node2" presStyleIdx="1" presStyleCnt="2">
        <dgm:presLayoutVars>
          <dgm:chPref val="3"/>
        </dgm:presLayoutVars>
      </dgm:prSet>
      <dgm:spPr/>
    </dgm:pt>
    <dgm:pt modelId="{34C4597C-C15A-4AAC-BFDF-714494CB3144}" type="pres">
      <dgm:prSet presAssocID="{96DB48FE-122F-4D51-BF0D-2594B4754713}" presName="rootConnector" presStyleLbl="node2" presStyleIdx="1" presStyleCnt="2"/>
      <dgm:spPr/>
    </dgm:pt>
    <dgm:pt modelId="{C3FAD75F-E049-4947-AF3E-568541018E56}" type="pres">
      <dgm:prSet presAssocID="{96DB48FE-122F-4D51-BF0D-2594B4754713}" presName="hierChild4" presStyleCnt="0"/>
      <dgm:spPr/>
    </dgm:pt>
    <dgm:pt modelId="{975C9D3F-44C4-439C-BA70-BF71441727C5}" type="pres">
      <dgm:prSet presAssocID="{3D66D3D2-037F-4FBB-8871-B94B9E536E3A}" presName="Name37" presStyleLbl="parChTrans1D3" presStyleIdx="2" presStyleCnt="5"/>
      <dgm:spPr/>
    </dgm:pt>
    <dgm:pt modelId="{A20B160F-A32F-4F3A-95FE-EC764F12A0CC}" type="pres">
      <dgm:prSet presAssocID="{A536C4AB-0F6B-4B3A-AF39-815D0AE05695}" presName="hierRoot2" presStyleCnt="0">
        <dgm:presLayoutVars>
          <dgm:hierBranch val="init"/>
        </dgm:presLayoutVars>
      </dgm:prSet>
      <dgm:spPr/>
    </dgm:pt>
    <dgm:pt modelId="{6C8AD93B-8DFB-439D-9C8E-4A7561A7AE1A}" type="pres">
      <dgm:prSet presAssocID="{A536C4AB-0F6B-4B3A-AF39-815D0AE05695}" presName="rootComposite" presStyleCnt="0"/>
      <dgm:spPr/>
    </dgm:pt>
    <dgm:pt modelId="{E71B3A7D-78EC-4EC2-A021-B55DF2360051}" type="pres">
      <dgm:prSet presAssocID="{A536C4AB-0F6B-4B3A-AF39-815D0AE05695}" presName="rootText" presStyleLbl="node3" presStyleIdx="2" presStyleCnt="5">
        <dgm:presLayoutVars>
          <dgm:chPref val="3"/>
        </dgm:presLayoutVars>
      </dgm:prSet>
      <dgm:spPr/>
    </dgm:pt>
    <dgm:pt modelId="{2141478D-8A37-4983-BFD7-4E4C1376169F}" type="pres">
      <dgm:prSet presAssocID="{A536C4AB-0F6B-4B3A-AF39-815D0AE05695}" presName="rootConnector" presStyleLbl="node3" presStyleIdx="2" presStyleCnt="5"/>
      <dgm:spPr/>
    </dgm:pt>
    <dgm:pt modelId="{73D69B75-E87F-4E5D-A5D9-5A1E40FEEB48}" type="pres">
      <dgm:prSet presAssocID="{A536C4AB-0F6B-4B3A-AF39-815D0AE05695}" presName="hierChild4" presStyleCnt="0"/>
      <dgm:spPr/>
    </dgm:pt>
    <dgm:pt modelId="{D2238DFB-1FD3-4529-A6A5-FB76016E5F6D}" type="pres">
      <dgm:prSet presAssocID="{A536C4AB-0F6B-4B3A-AF39-815D0AE05695}" presName="hierChild5" presStyleCnt="0"/>
      <dgm:spPr/>
    </dgm:pt>
    <dgm:pt modelId="{FC9412D4-E063-4047-BD44-8DD3BD8A9FC6}" type="pres">
      <dgm:prSet presAssocID="{5C5865B4-BB51-46E5-A2CE-C2E4B6502960}" presName="Name37" presStyleLbl="parChTrans1D3" presStyleIdx="3" presStyleCnt="5"/>
      <dgm:spPr/>
    </dgm:pt>
    <dgm:pt modelId="{72AF85F7-FB33-4511-9E01-A6EB36FAACD4}" type="pres">
      <dgm:prSet presAssocID="{3E2D9700-D6AE-4CCB-89A3-AAB382259CC5}" presName="hierRoot2" presStyleCnt="0">
        <dgm:presLayoutVars>
          <dgm:hierBranch val="init"/>
        </dgm:presLayoutVars>
      </dgm:prSet>
      <dgm:spPr/>
    </dgm:pt>
    <dgm:pt modelId="{9945E9A8-6BDA-4F5F-B5DB-FC24E4F33012}" type="pres">
      <dgm:prSet presAssocID="{3E2D9700-D6AE-4CCB-89A3-AAB382259CC5}" presName="rootComposite" presStyleCnt="0"/>
      <dgm:spPr/>
    </dgm:pt>
    <dgm:pt modelId="{B086E414-A7D4-4F71-BFEC-1BECFD28F6AB}" type="pres">
      <dgm:prSet presAssocID="{3E2D9700-D6AE-4CCB-89A3-AAB382259CC5}" presName="rootText" presStyleLbl="node3" presStyleIdx="3" presStyleCnt="5">
        <dgm:presLayoutVars>
          <dgm:chPref val="3"/>
        </dgm:presLayoutVars>
      </dgm:prSet>
      <dgm:spPr/>
    </dgm:pt>
    <dgm:pt modelId="{67925410-3246-4AC8-87FC-4C4F227DE07B}" type="pres">
      <dgm:prSet presAssocID="{3E2D9700-D6AE-4CCB-89A3-AAB382259CC5}" presName="rootConnector" presStyleLbl="node3" presStyleIdx="3" presStyleCnt="5"/>
      <dgm:spPr/>
    </dgm:pt>
    <dgm:pt modelId="{1F80DEA4-4162-4D69-A4C3-546231DF7027}" type="pres">
      <dgm:prSet presAssocID="{3E2D9700-D6AE-4CCB-89A3-AAB382259CC5}" presName="hierChild4" presStyleCnt="0"/>
      <dgm:spPr/>
    </dgm:pt>
    <dgm:pt modelId="{BE987CE2-0C28-41B6-B57A-96B671E0A600}" type="pres">
      <dgm:prSet presAssocID="{3E2D9700-D6AE-4CCB-89A3-AAB382259CC5}" presName="hierChild5" presStyleCnt="0"/>
      <dgm:spPr/>
    </dgm:pt>
    <dgm:pt modelId="{510AE5CD-D772-4E5A-B516-DDEA0C6A49C0}" type="pres">
      <dgm:prSet presAssocID="{3C40F62E-C56B-4D67-BCED-254745F33A92}" presName="Name37" presStyleLbl="parChTrans1D3" presStyleIdx="4" presStyleCnt="5"/>
      <dgm:spPr/>
    </dgm:pt>
    <dgm:pt modelId="{EB78DD26-2E84-41E1-A226-ED9FBD79DA78}" type="pres">
      <dgm:prSet presAssocID="{A9321641-C6AB-4B42-8E47-4C04ABC2CA7F}" presName="hierRoot2" presStyleCnt="0">
        <dgm:presLayoutVars>
          <dgm:hierBranch val="init"/>
        </dgm:presLayoutVars>
      </dgm:prSet>
      <dgm:spPr/>
    </dgm:pt>
    <dgm:pt modelId="{94B2A4C4-5D62-42B4-9926-B81F368F62ED}" type="pres">
      <dgm:prSet presAssocID="{A9321641-C6AB-4B42-8E47-4C04ABC2CA7F}" presName="rootComposite" presStyleCnt="0"/>
      <dgm:spPr/>
    </dgm:pt>
    <dgm:pt modelId="{2AAC2EF8-6B24-4086-84B8-5359E7187A38}" type="pres">
      <dgm:prSet presAssocID="{A9321641-C6AB-4B42-8E47-4C04ABC2CA7F}" presName="rootText" presStyleLbl="node3" presStyleIdx="4" presStyleCnt="5">
        <dgm:presLayoutVars>
          <dgm:chPref val="3"/>
        </dgm:presLayoutVars>
      </dgm:prSet>
      <dgm:spPr/>
    </dgm:pt>
    <dgm:pt modelId="{B3CF516D-D128-44CC-8A5A-CE22FF0E89C3}" type="pres">
      <dgm:prSet presAssocID="{A9321641-C6AB-4B42-8E47-4C04ABC2CA7F}" presName="rootConnector" presStyleLbl="node3" presStyleIdx="4" presStyleCnt="5"/>
      <dgm:spPr/>
    </dgm:pt>
    <dgm:pt modelId="{B814EC39-BE07-42C3-90A2-177B002EEE42}" type="pres">
      <dgm:prSet presAssocID="{A9321641-C6AB-4B42-8E47-4C04ABC2CA7F}" presName="hierChild4" presStyleCnt="0"/>
      <dgm:spPr/>
    </dgm:pt>
    <dgm:pt modelId="{CDF03622-A088-49D4-ACCE-5B1CF61823C1}" type="pres">
      <dgm:prSet presAssocID="{A9321641-C6AB-4B42-8E47-4C04ABC2CA7F}" presName="hierChild5" presStyleCnt="0"/>
      <dgm:spPr/>
    </dgm:pt>
    <dgm:pt modelId="{1B75528A-9AD1-40E0-BABD-F5E5EE3D8442}" type="pres">
      <dgm:prSet presAssocID="{96DB48FE-122F-4D51-BF0D-2594B4754713}" presName="hierChild5" presStyleCnt="0"/>
      <dgm:spPr/>
    </dgm:pt>
    <dgm:pt modelId="{19D9EB8E-5F7A-4115-A27D-EF1047CB42AB}" type="pres">
      <dgm:prSet presAssocID="{03BF8392-8CB3-4BE3-B703-EF1093B7F14E}" presName="hierChild3" presStyleCnt="0"/>
      <dgm:spPr/>
    </dgm:pt>
  </dgm:ptLst>
  <dgm:cxnLst>
    <dgm:cxn modelId="{83281300-FCA3-4A3B-86DF-8F083D4FF11A}" type="presOf" srcId="{3E2D9700-D6AE-4CCB-89A3-AAB382259CC5}" destId="{67925410-3246-4AC8-87FC-4C4F227DE07B}" srcOrd="1" destOrd="0" presId="urn:microsoft.com/office/officeart/2005/8/layout/orgChart1"/>
    <dgm:cxn modelId="{0657B804-B0CD-4C09-9456-589ADF4EC234}" type="presOf" srcId="{EFF0F101-A4D4-4A20-8B04-7FA7092D68FF}" destId="{7496DED3-B0BB-49C3-85EE-815D8E42AE43}" srcOrd="0" destOrd="0" presId="urn:microsoft.com/office/officeart/2005/8/layout/orgChart1"/>
    <dgm:cxn modelId="{19BE1B12-D2B7-48F8-BEA5-2042FBD50648}" srcId="{9281327B-E198-408C-BF91-CFC08DE8EFA7}" destId="{03BF8392-8CB3-4BE3-B703-EF1093B7F14E}" srcOrd="0" destOrd="0" parTransId="{A9F1C90B-19BF-4BF6-A5C1-43BFEE6E8E54}" sibTransId="{C7FCE0D0-5687-4003-A352-6586A06CE5AE}"/>
    <dgm:cxn modelId="{66680A35-D72A-4FA8-A1E9-162151B3C1FA}" type="presOf" srcId="{3E2D9700-D6AE-4CCB-89A3-AAB382259CC5}" destId="{B086E414-A7D4-4F71-BFEC-1BECFD28F6AB}" srcOrd="0" destOrd="0" presId="urn:microsoft.com/office/officeart/2005/8/layout/orgChart1"/>
    <dgm:cxn modelId="{9244713D-048D-47B5-BDA6-A8543065E74B}" type="presOf" srcId="{7F47D2D8-C818-420D-A259-8ED1B6781166}" destId="{B0FEB64F-0B14-46C2-9B1E-7D46A8D9B312}" srcOrd="0" destOrd="0" presId="urn:microsoft.com/office/officeart/2005/8/layout/orgChart1"/>
    <dgm:cxn modelId="{F7FDFD41-8C6B-44C0-953E-BE17B3E03BDB}" srcId="{03BF8392-8CB3-4BE3-B703-EF1093B7F14E}" destId="{91CA7CB5-C74E-40E3-92A5-2E78D4DEB53A}" srcOrd="0" destOrd="0" parTransId="{ADDADEB8-3209-49FB-B8AA-6E4226E0D4C9}" sibTransId="{7D808F65-24A4-47E5-9F73-1E53123CA0C8}"/>
    <dgm:cxn modelId="{98752368-E76C-4FDE-87D8-40D5A90502AE}" srcId="{96DB48FE-122F-4D51-BF0D-2594B4754713}" destId="{A536C4AB-0F6B-4B3A-AF39-815D0AE05695}" srcOrd="0" destOrd="0" parTransId="{3D66D3D2-037F-4FBB-8871-B94B9E536E3A}" sibTransId="{4C627060-FC48-40C6-8E74-F7DAA349F184}"/>
    <dgm:cxn modelId="{A900E268-AC26-4602-BC71-303BD62204F0}" type="presOf" srcId="{9281327B-E198-408C-BF91-CFC08DE8EFA7}" destId="{FDF18570-0CE0-49D6-8782-A5DA18BDB71A}" srcOrd="0" destOrd="0" presId="urn:microsoft.com/office/officeart/2005/8/layout/orgChart1"/>
    <dgm:cxn modelId="{24EE1A4A-8674-4C04-881C-809071462323}" type="presOf" srcId="{A9321641-C6AB-4B42-8E47-4C04ABC2CA7F}" destId="{2AAC2EF8-6B24-4086-84B8-5359E7187A38}" srcOrd="0" destOrd="0" presId="urn:microsoft.com/office/officeart/2005/8/layout/orgChart1"/>
    <dgm:cxn modelId="{AC839B4A-B3F0-4164-9A50-31DAA612BE7F}" srcId="{91CA7CB5-C74E-40E3-92A5-2E78D4DEB53A}" destId="{7E7CD8ED-C2E3-4BA0-B626-5AEAD08DE7F9}" srcOrd="0" destOrd="0" parTransId="{0D08034B-A988-47E5-A9BC-FBAB7AE546BF}" sibTransId="{FE9585CE-6103-4B57-ACAD-268A13C3154E}"/>
    <dgm:cxn modelId="{E562E758-10CB-4323-ADE0-7C530C618F15}" type="presOf" srcId="{7E7CD8ED-C2E3-4BA0-B626-5AEAD08DE7F9}" destId="{76EBA920-E197-414B-91BF-748C842FC4E2}" srcOrd="0" destOrd="0" presId="urn:microsoft.com/office/officeart/2005/8/layout/orgChart1"/>
    <dgm:cxn modelId="{631FFB78-2782-47CD-9DC3-94C1E4546EF9}" type="presOf" srcId="{A536C4AB-0F6B-4B3A-AF39-815D0AE05695}" destId="{E71B3A7D-78EC-4EC2-A021-B55DF2360051}" srcOrd="0" destOrd="0" presId="urn:microsoft.com/office/officeart/2005/8/layout/orgChart1"/>
    <dgm:cxn modelId="{DE258D7A-C562-4CEF-87B5-A84353628167}" srcId="{96DB48FE-122F-4D51-BF0D-2594B4754713}" destId="{3E2D9700-D6AE-4CCB-89A3-AAB382259CC5}" srcOrd="1" destOrd="0" parTransId="{5C5865B4-BB51-46E5-A2CE-C2E4B6502960}" sibTransId="{8DF60783-6F97-41F1-B13E-FF56500A5D09}"/>
    <dgm:cxn modelId="{9716EF7D-F047-4733-A90F-4E0BD0EBE938}" type="presOf" srcId="{A9321641-C6AB-4B42-8E47-4C04ABC2CA7F}" destId="{B3CF516D-D128-44CC-8A5A-CE22FF0E89C3}" srcOrd="1" destOrd="0" presId="urn:microsoft.com/office/officeart/2005/8/layout/orgChart1"/>
    <dgm:cxn modelId="{8204BC88-A5B6-47CB-9E90-5B39F7CF8985}" type="presOf" srcId="{03BF8392-8CB3-4BE3-B703-EF1093B7F14E}" destId="{C556DEC6-152E-438F-9201-2DCE8418FDF5}" srcOrd="0" destOrd="0" presId="urn:microsoft.com/office/officeart/2005/8/layout/orgChart1"/>
    <dgm:cxn modelId="{CC2CAE91-CF3E-4256-99CD-371196C53709}" type="presOf" srcId="{3D66D3D2-037F-4FBB-8871-B94B9E536E3A}" destId="{975C9D3F-44C4-439C-BA70-BF71441727C5}" srcOrd="0" destOrd="0" presId="urn:microsoft.com/office/officeart/2005/8/layout/orgChart1"/>
    <dgm:cxn modelId="{C4F898A5-4230-49E6-8E17-BBF27EF7796F}" type="presOf" srcId="{96DB48FE-122F-4D51-BF0D-2594B4754713}" destId="{34C4597C-C15A-4AAC-BFDF-714494CB3144}" srcOrd="1" destOrd="0" presId="urn:microsoft.com/office/officeart/2005/8/layout/orgChart1"/>
    <dgm:cxn modelId="{A72393B0-E4D4-4288-9446-065DE78B437A}" type="presOf" srcId="{3C40F62E-C56B-4D67-BCED-254745F33A92}" destId="{510AE5CD-D772-4E5A-B516-DDEA0C6A49C0}" srcOrd="0" destOrd="0" presId="urn:microsoft.com/office/officeart/2005/8/layout/orgChart1"/>
    <dgm:cxn modelId="{1F4337B3-FF14-4C31-876B-915B819F51A3}" type="presOf" srcId="{03BF8392-8CB3-4BE3-B703-EF1093B7F14E}" destId="{D44B507E-D739-4942-AEA0-10DF77D09CDC}" srcOrd="1" destOrd="0" presId="urn:microsoft.com/office/officeart/2005/8/layout/orgChart1"/>
    <dgm:cxn modelId="{322B07B5-E4C0-47DD-A8FC-6C9B85DE5A35}" type="presOf" srcId="{5C5865B4-BB51-46E5-A2CE-C2E4B6502960}" destId="{FC9412D4-E063-4047-BD44-8DD3BD8A9FC6}" srcOrd="0" destOrd="0" presId="urn:microsoft.com/office/officeart/2005/8/layout/orgChart1"/>
    <dgm:cxn modelId="{A381E7B5-8CAB-467B-AD6A-41B20BE10EE2}" type="presOf" srcId="{7E7CD8ED-C2E3-4BA0-B626-5AEAD08DE7F9}" destId="{57F33217-C326-41B5-AA10-616C2C339F55}" srcOrd="1" destOrd="0" presId="urn:microsoft.com/office/officeart/2005/8/layout/orgChart1"/>
    <dgm:cxn modelId="{33EDF8BF-5E31-4C07-92AB-B16E5FFEA411}" srcId="{03BF8392-8CB3-4BE3-B703-EF1093B7F14E}" destId="{96DB48FE-122F-4D51-BF0D-2594B4754713}" srcOrd="1" destOrd="0" parTransId="{7420AC0A-EA3B-4908-82EC-808DAD1DEB5C}" sibTransId="{42A82EAF-3847-498E-B2C0-D2B1761A44D4}"/>
    <dgm:cxn modelId="{96C995C1-2EDC-4675-ACCA-EC7A63934E80}" type="presOf" srcId="{91CA7CB5-C74E-40E3-92A5-2E78D4DEB53A}" destId="{6C262C72-61AE-43B1-A3C1-A8629334254E}" srcOrd="1" destOrd="0" presId="urn:microsoft.com/office/officeart/2005/8/layout/orgChart1"/>
    <dgm:cxn modelId="{EB54F7CD-F1D3-4A48-90C2-5790EFCFD408}" type="presOf" srcId="{A536C4AB-0F6B-4B3A-AF39-815D0AE05695}" destId="{2141478D-8A37-4983-BFD7-4E4C1376169F}" srcOrd="1" destOrd="0" presId="urn:microsoft.com/office/officeart/2005/8/layout/orgChart1"/>
    <dgm:cxn modelId="{1A3613D8-FB65-4056-9455-F591784F3A40}" type="presOf" srcId="{ADDADEB8-3209-49FB-B8AA-6E4226E0D4C9}" destId="{3A43FCCC-5F76-4F4C-9D52-F93927A64D5A}" srcOrd="0" destOrd="0" presId="urn:microsoft.com/office/officeart/2005/8/layout/orgChart1"/>
    <dgm:cxn modelId="{4EF26CD9-1777-42E9-8166-D4F9AFAB1F75}" type="presOf" srcId="{EFF0F101-A4D4-4A20-8B04-7FA7092D68FF}" destId="{CD35B4D6-ACB7-46EA-9021-7A514AFEE9CC}" srcOrd="1" destOrd="0" presId="urn:microsoft.com/office/officeart/2005/8/layout/orgChart1"/>
    <dgm:cxn modelId="{C4B68FE0-D097-4B3B-A7ED-4271F166DF81}" srcId="{91CA7CB5-C74E-40E3-92A5-2E78D4DEB53A}" destId="{EFF0F101-A4D4-4A20-8B04-7FA7092D68FF}" srcOrd="1" destOrd="0" parTransId="{7F47D2D8-C818-420D-A259-8ED1B6781166}" sibTransId="{CC9626D9-07C1-493F-A4DE-7F9DBAC11B0F}"/>
    <dgm:cxn modelId="{10BCCBE2-FFA3-4537-BB18-E8B268E8ECAE}" type="presOf" srcId="{7420AC0A-EA3B-4908-82EC-808DAD1DEB5C}" destId="{84E77534-FE00-4164-A907-71538EA5B3E1}" srcOrd="0" destOrd="0" presId="urn:microsoft.com/office/officeart/2005/8/layout/orgChart1"/>
    <dgm:cxn modelId="{770CEFED-33FF-4D70-8F00-AF03AF4E8177}" type="presOf" srcId="{0D08034B-A988-47E5-A9BC-FBAB7AE546BF}" destId="{CFDABB0D-7D93-47DC-8740-745653C3C3F9}" srcOrd="0" destOrd="0" presId="urn:microsoft.com/office/officeart/2005/8/layout/orgChart1"/>
    <dgm:cxn modelId="{EFE238F6-40D9-4EA3-970B-80A6647B2343}" type="presOf" srcId="{96DB48FE-122F-4D51-BF0D-2594B4754713}" destId="{045BE422-391F-472E-8A8E-CABA737778FD}" srcOrd="0" destOrd="0" presId="urn:microsoft.com/office/officeart/2005/8/layout/orgChart1"/>
    <dgm:cxn modelId="{D863D3FB-9E7E-4EB7-AEC2-033E4AE8E219}" srcId="{96DB48FE-122F-4D51-BF0D-2594B4754713}" destId="{A9321641-C6AB-4B42-8E47-4C04ABC2CA7F}" srcOrd="2" destOrd="0" parTransId="{3C40F62E-C56B-4D67-BCED-254745F33A92}" sibTransId="{7E4BF148-4D58-4E15-9C9F-8876FC73C6F6}"/>
    <dgm:cxn modelId="{9E2DCAFE-FEA1-4F2E-90A8-90FF92C590DD}" type="presOf" srcId="{91CA7CB5-C74E-40E3-92A5-2E78D4DEB53A}" destId="{184510D5-D7CF-4316-9140-83F077643B4A}" srcOrd="0" destOrd="0" presId="urn:microsoft.com/office/officeart/2005/8/layout/orgChart1"/>
    <dgm:cxn modelId="{E72155D0-BF1F-4F5C-AB50-6910A32C4ADC}" type="presParOf" srcId="{FDF18570-0CE0-49D6-8782-A5DA18BDB71A}" destId="{25A0C8CB-6260-4D93-B38D-C062B59B564B}" srcOrd="0" destOrd="0" presId="urn:microsoft.com/office/officeart/2005/8/layout/orgChart1"/>
    <dgm:cxn modelId="{C7689B23-A795-4CB9-9DB0-9E8F1DC08A03}" type="presParOf" srcId="{25A0C8CB-6260-4D93-B38D-C062B59B564B}" destId="{476A2E5E-2D19-4AFA-8296-0872D909477E}" srcOrd="0" destOrd="0" presId="urn:microsoft.com/office/officeart/2005/8/layout/orgChart1"/>
    <dgm:cxn modelId="{845E9BD9-47D7-43DA-9B80-6D4E740F63C0}" type="presParOf" srcId="{476A2E5E-2D19-4AFA-8296-0872D909477E}" destId="{C556DEC6-152E-438F-9201-2DCE8418FDF5}" srcOrd="0" destOrd="0" presId="urn:microsoft.com/office/officeart/2005/8/layout/orgChart1"/>
    <dgm:cxn modelId="{0C6FB158-01DF-494E-BD77-6BA42F62FCA5}" type="presParOf" srcId="{476A2E5E-2D19-4AFA-8296-0872D909477E}" destId="{D44B507E-D739-4942-AEA0-10DF77D09CDC}" srcOrd="1" destOrd="0" presId="urn:microsoft.com/office/officeart/2005/8/layout/orgChart1"/>
    <dgm:cxn modelId="{9C5E5819-05D1-44BA-AB6C-5268FEC7AB5E}" type="presParOf" srcId="{25A0C8CB-6260-4D93-B38D-C062B59B564B}" destId="{25BBE820-0967-445E-B7A6-6122427F4031}" srcOrd="1" destOrd="0" presId="urn:microsoft.com/office/officeart/2005/8/layout/orgChart1"/>
    <dgm:cxn modelId="{8E4960DE-BE42-4F1F-B696-B0AF5D527070}" type="presParOf" srcId="{25BBE820-0967-445E-B7A6-6122427F4031}" destId="{3A43FCCC-5F76-4F4C-9D52-F93927A64D5A}" srcOrd="0" destOrd="0" presId="urn:microsoft.com/office/officeart/2005/8/layout/orgChart1"/>
    <dgm:cxn modelId="{AF47B07F-9441-4EF0-BAE0-F309595E0F7C}" type="presParOf" srcId="{25BBE820-0967-445E-B7A6-6122427F4031}" destId="{0035CBCA-0B50-43A5-A53B-9AA92308042B}" srcOrd="1" destOrd="0" presId="urn:microsoft.com/office/officeart/2005/8/layout/orgChart1"/>
    <dgm:cxn modelId="{47846630-B1C2-4510-A3C9-C1544594ED9F}" type="presParOf" srcId="{0035CBCA-0B50-43A5-A53B-9AA92308042B}" destId="{F7331E75-35D5-45CE-9496-1A1AB88362FC}" srcOrd="0" destOrd="0" presId="urn:microsoft.com/office/officeart/2005/8/layout/orgChart1"/>
    <dgm:cxn modelId="{F196EDF6-CB46-4E75-8A40-19178942A67F}" type="presParOf" srcId="{F7331E75-35D5-45CE-9496-1A1AB88362FC}" destId="{184510D5-D7CF-4316-9140-83F077643B4A}" srcOrd="0" destOrd="0" presId="urn:microsoft.com/office/officeart/2005/8/layout/orgChart1"/>
    <dgm:cxn modelId="{7B6D68BC-0712-4521-9845-44C2ED8029ED}" type="presParOf" srcId="{F7331E75-35D5-45CE-9496-1A1AB88362FC}" destId="{6C262C72-61AE-43B1-A3C1-A8629334254E}" srcOrd="1" destOrd="0" presId="urn:microsoft.com/office/officeart/2005/8/layout/orgChart1"/>
    <dgm:cxn modelId="{03C12982-9A40-48EE-B402-2D161F52C7D0}" type="presParOf" srcId="{0035CBCA-0B50-43A5-A53B-9AA92308042B}" destId="{5DF7B83E-C209-4BDE-8138-6F44B3ABE587}" srcOrd="1" destOrd="0" presId="urn:microsoft.com/office/officeart/2005/8/layout/orgChart1"/>
    <dgm:cxn modelId="{EE2E65AD-0AD8-422B-8300-CC87B513ED6A}" type="presParOf" srcId="{5DF7B83E-C209-4BDE-8138-6F44B3ABE587}" destId="{CFDABB0D-7D93-47DC-8740-745653C3C3F9}" srcOrd="0" destOrd="0" presId="urn:microsoft.com/office/officeart/2005/8/layout/orgChart1"/>
    <dgm:cxn modelId="{64E65EE8-04D2-41C7-BC36-E374EDE06EBE}" type="presParOf" srcId="{5DF7B83E-C209-4BDE-8138-6F44B3ABE587}" destId="{EACDFE86-20FD-4CB7-B7CB-B581E910C5B5}" srcOrd="1" destOrd="0" presId="urn:microsoft.com/office/officeart/2005/8/layout/orgChart1"/>
    <dgm:cxn modelId="{9852DE48-6D57-4420-AD0E-A226C2103620}" type="presParOf" srcId="{EACDFE86-20FD-4CB7-B7CB-B581E910C5B5}" destId="{79C0AD40-2B5A-4938-86CA-90D2DFE5A120}" srcOrd="0" destOrd="0" presId="urn:microsoft.com/office/officeart/2005/8/layout/orgChart1"/>
    <dgm:cxn modelId="{450E5D4D-6473-4B56-A494-D6FF4D9211F8}" type="presParOf" srcId="{79C0AD40-2B5A-4938-86CA-90D2DFE5A120}" destId="{76EBA920-E197-414B-91BF-748C842FC4E2}" srcOrd="0" destOrd="0" presId="urn:microsoft.com/office/officeart/2005/8/layout/orgChart1"/>
    <dgm:cxn modelId="{28FCEC2D-4235-4C3C-8458-6BF2D08B039E}" type="presParOf" srcId="{79C0AD40-2B5A-4938-86CA-90D2DFE5A120}" destId="{57F33217-C326-41B5-AA10-616C2C339F55}" srcOrd="1" destOrd="0" presId="urn:microsoft.com/office/officeart/2005/8/layout/orgChart1"/>
    <dgm:cxn modelId="{CB0B10B0-F17E-4DDC-B56B-49EC44DC0DBB}" type="presParOf" srcId="{EACDFE86-20FD-4CB7-B7CB-B581E910C5B5}" destId="{779AC6A0-CCAE-4905-BB63-DB0E67CD92A4}" srcOrd="1" destOrd="0" presId="urn:microsoft.com/office/officeart/2005/8/layout/orgChart1"/>
    <dgm:cxn modelId="{4C199596-F461-4847-B3D3-F972878D446F}" type="presParOf" srcId="{EACDFE86-20FD-4CB7-B7CB-B581E910C5B5}" destId="{166FC6F7-CC7F-4A0A-8428-37B045FB6E4D}" srcOrd="2" destOrd="0" presId="urn:microsoft.com/office/officeart/2005/8/layout/orgChart1"/>
    <dgm:cxn modelId="{A9B760D2-F017-478D-BC84-AD6782BB29C2}" type="presParOf" srcId="{5DF7B83E-C209-4BDE-8138-6F44B3ABE587}" destId="{B0FEB64F-0B14-46C2-9B1E-7D46A8D9B312}" srcOrd="2" destOrd="0" presId="urn:microsoft.com/office/officeart/2005/8/layout/orgChart1"/>
    <dgm:cxn modelId="{DE01A862-4940-4BEA-B8C8-F6FC35745195}" type="presParOf" srcId="{5DF7B83E-C209-4BDE-8138-6F44B3ABE587}" destId="{9EC6B4CA-86C5-4966-9E82-1648A2FC824B}" srcOrd="3" destOrd="0" presId="urn:microsoft.com/office/officeart/2005/8/layout/orgChart1"/>
    <dgm:cxn modelId="{756AD588-8C23-483F-8D6B-EBA0C3F3438C}" type="presParOf" srcId="{9EC6B4CA-86C5-4966-9E82-1648A2FC824B}" destId="{5F0A1A86-A9DB-458C-ABF7-76DE93502B81}" srcOrd="0" destOrd="0" presId="urn:microsoft.com/office/officeart/2005/8/layout/orgChart1"/>
    <dgm:cxn modelId="{59FACDA4-124D-44E7-9A35-4EE6FE5D215E}" type="presParOf" srcId="{5F0A1A86-A9DB-458C-ABF7-76DE93502B81}" destId="{7496DED3-B0BB-49C3-85EE-815D8E42AE43}" srcOrd="0" destOrd="0" presId="urn:microsoft.com/office/officeart/2005/8/layout/orgChart1"/>
    <dgm:cxn modelId="{3649DDD2-5A79-4B62-A3E5-FB0D9B25B08B}" type="presParOf" srcId="{5F0A1A86-A9DB-458C-ABF7-76DE93502B81}" destId="{CD35B4D6-ACB7-46EA-9021-7A514AFEE9CC}" srcOrd="1" destOrd="0" presId="urn:microsoft.com/office/officeart/2005/8/layout/orgChart1"/>
    <dgm:cxn modelId="{B72DD63E-3F04-4D4A-9EA6-C68F4A7EF835}" type="presParOf" srcId="{9EC6B4CA-86C5-4966-9E82-1648A2FC824B}" destId="{3D28970A-588A-4B44-B7A5-7A5FEFABAE7E}" srcOrd="1" destOrd="0" presId="urn:microsoft.com/office/officeart/2005/8/layout/orgChart1"/>
    <dgm:cxn modelId="{CC9856FF-E835-4587-95C9-5C38A3E066D7}" type="presParOf" srcId="{9EC6B4CA-86C5-4966-9E82-1648A2FC824B}" destId="{7DD05C21-C8D8-43ED-B7B5-8CAC825C94DB}" srcOrd="2" destOrd="0" presId="urn:microsoft.com/office/officeart/2005/8/layout/orgChart1"/>
    <dgm:cxn modelId="{5ECD86F5-8851-4A81-A927-403354EA8510}" type="presParOf" srcId="{0035CBCA-0B50-43A5-A53B-9AA92308042B}" destId="{29A66ED9-F0BB-4638-9D12-7C18198CFF24}" srcOrd="2" destOrd="0" presId="urn:microsoft.com/office/officeart/2005/8/layout/orgChart1"/>
    <dgm:cxn modelId="{521459E3-6B13-4E67-B162-09AC258BEADB}" type="presParOf" srcId="{25BBE820-0967-445E-B7A6-6122427F4031}" destId="{84E77534-FE00-4164-A907-71538EA5B3E1}" srcOrd="2" destOrd="0" presId="urn:microsoft.com/office/officeart/2005/8/layout/orgChart1"/>
    <dgm:cxn modelId="{F61CBF92-B430-41DD-8F1F-A339AA34DB5A}" type="presParOf" srcId="{25BBE820-0967-445E-B7A6-6122427F4031}" destId="{DD4A16EE-2A74-45C4-80AB-31EF905F1C1E}" srcOrd="3" destOrd="0" presId="urn:microsoft.com/office/officeart/2005/8/layout/orgChart1"/>
    <dgm:cxn modelId="{3EE0FB21-1D71-45B4-A482-43A628E4A65E}" type="presParOf" srcId="{DD4A16EE-2A74-45C4-80AB-31EF905F1C1E}" destId="{AD5981CE-8443-4ADB-B60A-9181C3A55EBC}" srcOrd="0" destOrd="0" presId="urn:microsoft.com/office/officeart/2005/8/layout/orgChart1"/>
    <dgm:cxn modelId="{392FFBF2-2320-44AB-97C2-8E1E794D73ED}" type="presParOf" srcId="{AD5981CE-8443-4ADB-B60A-9181C3A55EBC}" destId="{045BE422-391F-472E-8A8E-CABA737778FD}" srcOrd="0" destOrd="0" presId="urn:microsoft.com/office/officeart/2005/8/layout/orgChart1"/>
    <dgm:cxn modelId="{4E0DAB48-A4AD-459D-A0DE-56164A4DDB32}" type="presParOf" srcId="{AD5981CE-8443-4ADB-B60A-9181C3A55EBC}" destId="{34C4597C-C15A-4AAC-BFDF-714494CB3144}" srcOrd="1" destOrd="0" presId="urn:microsoft.com/office/officeart/2005/8/layout/orgChart1"/>
    <dgm:cxn modelId="{28DBF269-6B81-411B-83EB-03890870E3E1}" type="presParOf" srcId="{DD4A16EE-2A74-45C4-80AB-31EF905F1C1E}" destId="{C3FAD75F-E049-4947-AF3E-568541018E56}" srcOrd="1" destOrd="0" presId="urn:microsoft.com/office/officeart/2005/8/layout/orgChart1"/>
    <dgm:cxn modelId="{56C982E3-305B-4005-8A2C-08CBEABB5D1A}" type="presParOf" srcId="{C3FAD75F-E049-4947-AF3E-568541018E56}" destId="{975C9D3F-44C4-439C-BA70-BF71441727C5}" srcOrd="0" destOrd="0" presId="urn:microsoft.com/office/officeart/2005/8/layout/orgChart1"/>
    <dgm:cxn modelId="{F8D40C1A-BCB1-4985-AB88-5AF721435976}" type="presParOf" srcId="{C3FAD75F-E049-4947-AF3E-568541018E56}" destId="{A20B160F-A32F-4F3A-95FE-EC764F12A0CC}" srcOrd="1" destOrd="0" presId="urn:microsoft.com/office/officeart/2005/8/layout/orgChart1"/>
    <dgm:cxn modelId="{32BCE384-F957-4116-9268-7311CA38332A}" type="presParOf" srcId="{A20B160F-A32F-4F3A-95FE-EC764F12A0CC}" destId="{6C8AD93B-8DFB-439D-9C8E-4A7561A7AE1A}" srcOrd="0" destOrd="0" presId="urn:microsoft.com/office/officeart/2005/8/layout/orgChart1"/>
    <dgm:cxn modelId="{166C8BBD-1D6A-4220-A544-B4AFA7E2F546}" type="presParOf" srcId="{6C8AD93B-8DFB-439D-9C8E-4A7561A7AE1A}" destId="{E71B3A7D-78EC-4EC2-A021-B55DF2360051}" srcOrd="0" destOrd="0" presId="urn:microsoft.com/office/officeart/2005/8/layout/orgChart1"/>
    <dgm:cxn modelId="{77654933-E7A8-4326-86C4-DF2E7F0090E8}" type="presParOf" srcId="{6C8AD93B-8DFB-439D-9C8E-4A7561A7AE1A}" destId="{2141478D-8A37-4983-BFD7-4E4C1376169F}" srcOrd="1" destOrd="0" presId="urn:microsoft.com/office/officeart/2005/8/layout/orgChart1"/>
    <dgm:cxn modelId="{FED8DCDD-2B18-445B-B056-9B5058BD8393}" type="presParOf" srcId="{A20B160F-A32F-4F3A-95FE-EC764F12A0CC}" destId="{73D69B75-E87F-4E5D-A5D9-5A1E40FEEB48}" srcOrd="1" destOrd="0" presId="urn:microsoft.com/office/officeart/2005/8/layout/orgChart1"/>
    <dgm:cxn modelId="{ABD46FC0-6BC4-4F9A-A75B-89F53FE23A59}" type="presParOf" srcId="{A20B160F-A32F-4F3A-95FE-EC764F12A0CC}" destId="{D2238DFB-1FD3-4529-A6A5-FB76016E5F6D}" srcOrd="2" destOrd="0" presId="urn:microsoft.com/office/officeart/2005/8/layout/orgChart1"/>
    <dgm:cxn modelId="{31316572-11DA-4233-A2E7-2636EA96F657}" type="presParOf" srcId="{C3FAD75F-E049-4947-AF3E-568541018E56}" destId="{FC9412D4-E063-4047-BD44-8DD3BD8A9FC6}" srcOrd="2" destOrd="0" presId="urn:microsoft.com/office/officeart/2005/8/layout/orgChart1"/>
    <dgm:cxn modelId="{01BA6FD1-87BD-45EB-9433-C29CFC4CD8E8}" type="presParOf" srcId="{C3FAD75F-E049-4947-AF3E-568541018E56}" destId="{72AF85F7-FB33-4511-9E01-A6EB36FAACD4}" srcOrd="3" destOrd="0" presId="urn:microsoft.com/office/officeart/2005/8/layout/orgChart1"/>
    <dgm:cxn modelId="{EE431597-B5F5-420A-845A-91AB33AE65C9}" type="presParOf" srcId="{72AF85F7-FB33-4511-9E01-A6EB36FAACD4}" destId="{9945E9A8-6BDA-4F5F-B5DB-FC24E4F33012}" srcOrd="0" destOrd="0" presId="urn:microsoft.com/office/officeart/2005/8/layout/orgChart1"/>
    <dgm:cxn modelId="{87A5951B-480F-4255-B95A-32D11FC5DC58}" type="presParOf" srcId="{9945E9A8-6BDA-4F5F-B5DB-FC24E4F33012}" destId="{B086E414-A7D4-4F71-BFEC-1BECFD28F6AB}" srcOrd="0" destOrd="0" presId="urn:microsoft.com/office/officeart/2005/8/layout/orgChart1"/>
    <dgm:cxn modelId="{215521A2-EB99-45E1-887B-27A897ACAD65}" type="presParOf" srcId="{9945E9A8-6BDA-4F5F-B5DB-FC24E4F33012}" destId="{67925410-3246-4AC8-87FC-4C4F227DE07B}" srcOrd="1" destOrd="0" presId="urn:microsoft.com/office/officeart/2005/8/layout/orgChart1"/>
    <dgm:cxn modelId="{9A00EEA3-2BDF-4CD1-881C-3C4D422C4A92}" type="presParOf" srcId="{72AF85F7-FB33-4511-9E01-A6EB36FAACD4}" destId="{1F80DEA4-4162-4D69-A4C3-546231DF7027}" srcOrd="1" destOrd="0" presId="urn:microsoft.com/office/officeart/2005/8/layout/orgChart1"/>
    <dgm:cxn modelId="{2D212E41-BAB2-4144-A4FC-E2D1D21795ED}" type="presParOf" srcId="{72AF85F7-FB33-4511-9E01-A6EB36FAACD4}" destId="{BE987CE2-0C28-41B6-B57A-96B671E0A600}" srcOrd="2" destOrd="0" presId="urn:microsoft.com/office/officeart/2005/8/layout/orgChart1"/>
    <dgm:cxn modelId="{7FEDF6B4-0E41-4EA8-A9EA-9EFB3725AF37}" type="presParOf" srcId="{C3FAD75F-E049-4947-AF3E-568541018E56}" destId="{510AE5CD-D772-4E5A-B516-DDEA0C6A49C0}" srcOrd="4" destOrd="0" presId="urn:microsoft.com/office/officeart/2005/8/layout/orgChart1"/>
    <dgm:cxn modelId="{F1BDD7D6-F9AD-4861-A13C-480A71B7C825}" type="presParOf" srcId="{C3FAD75F-E049-4947-AF3E-568541018E56}" destId="{EB78DD26-2E84-41E1-A226-ED9FBD79DA78}" srcOrd="5" destOrd="0" presId="urn:microsoft.com/office/officeart/2005/8/layout/orgChart1"/>
    <dgm:cxn modelId="{07DCCAB2-AC28-413E-8244-A9B5F153C62D}" type="presParOf" srcId="{EB78DD26-2E84-41E1-A226-ED9FBD79DA78}" destId="{94B2A4C4-5D62-42B4-9926-B81F368F62ED}" srcOrd="0" destOrd="0" presId="urn:microsoft.com/office/officeart/2005/8/layout/orgChart1"/>
    <dgm:cxn modelId="{28CDB1B2-B1ED-4489-8FC4-CE44C59E7474}" type="presParOf" srcId="{94B2A4C4-5D62-42B4-9926-B81F368F62ED}" destId="{2AAC2EF8-6B24-4086-84B8-5359E7187A38}" srcOrd="0" destOrd="0" presId="urn:microsoft.com/office/officeart/2005/8/layout/orgChart1"/>
    <dgm:cxn modelId="{ECD4C0F1-7BF8-4DDC-92FF-B9F55600EB40}" type="presParOf" srcId="{94B2A4C4-5D62-42B4-9926-B81F368F62ED}" destId="{B3CF516D-D128-44CC-8A5A-CE22FF0E89C3}" srcOrd="1" destOrd="0" presId="urn:microsoft.com/office/officeart/2005/8/layout/orgChart1"/>
    <dgm:cxn modelId="{E15DA60A-249E-4CD5-BEBC-DFB58874FBE8}" type="presParOf" srcId="{EB78DD26-2E84-41E1-A226-ED9FBD79DA78}" destId="{B814EC39-BE07-42C3-90A2-177B002EEE42}" srcOrd="1" destOrd="0" presId="urn:microsoft.com/office/officeart/2005/8/layout/orgChart1"/>
    <dgm:cxn modelId="{6E7BE34E-94C0-4641-990D-2CAA18BE512D}" type="presParOf" srcId="{EB78DD26-2E84-41E1-A226-ED9FBD79DA78}" destId="{CDF03622-A088-49D4-ACCE-5B1CF61823C1}" srcOrd="2" destOrd="0" presId="urn:microsoft.com/office/officeart/2005/8/layout/orgChart1"/>
    <dgm:cxn modelId="{4568D628-0BE8-413B-AB01-B80D2645E861}" type="presParOf" srcId="{DD4A16EE-2A74-45C4-80AB-31EF905F1C1E}" destId="{1B75528A-9AD1-40E0-BABD-F5E5EE3D8442}" srcOrd="2" destOrd="0" presId="urn:microsoft.com/office/officeart/2005/8/layout/orgChart1"/>
    <dgm:cxn modelId="{F215A66E-39B1-4E8B-8015-FD1C1C303C5A}" type="presParOf" srcId="{25A0C8CB-6260-4D93-B38D-C062B59B564B}" destId="{19D9EB8E-5F7A-4115-A27D-EF1047CB42A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E77534-FE00-4164-A907-71538EA5B3E1}">
      <dsp:nvSpPr>
        <dsp:cNvPr id="0" name=""/>
        <dsp:cNvSpPr/>
      </dsp:nvSpPr>
      <dsp:spPr>
        <a:xfrm>
          <a:off x="4565461" y="933058"/>
          <a:ext cx="2248930" cy="390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155"/>
              </a:lnTo>
              <a:lnTo>
                <a:pt x="2248930" y="195155"/>
              </a:lnTo>
              <a:lnTo>
                <a:pt x="2248930" y="390310"/>
              </a:lnTo>
            </a:path>
          </a:pathLst>
        </a:custGeom>
        <a:noFill/>
        <a:ln w="19050" cap="flat" cmpd="sng" algn="ctr">
          <a:solidFill>
            <a:schemeClr val="accent4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19ADBB-440D-489F-92FE-5663050D7E53}">
      <dsp:nvSpPr>
        <dsp:cNvPr id="0" name=""/>
        <dsp:cNvSpPr/>
      </dsp:nvSpPr>
      <dsp:spPr>
        <a:xfrm>
          <a:off x="3822013" y="2252678"/>
          <a:ext cx="278792" cy="34942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94205"/>
              </a:lnTo>
              <a:lnTo>
                <a:pt x="278792" y="3494205"/>
              </a:lnTo>
            </a:path>
          </a:pathLst>
        </a:custGeom>
        <a:noFill/>
        <a:ln w="19050" cap="flat" cmpd="sng" algn="ctr">
          <a:solidFill>
            <a:schemeClr val="accent4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96C624-10CD-4713-BECA-1AD83A5DDC47}">
      <dsp:nvSpPr>
        <dsp:cNvPr id="0" name=""/>
        <dsp:cNvSpPr/>
      </dsp:nvSpPr>
      <dsp:spPr>
        <a:xfrm>
          <a:off x="3822013" y="2252678"/>
          <a:ext cx="278792" cy="21745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4585"/>
              </a:lnTo>
              <a:lnTo>
                <a:pt x="278792" y="2174585"/>
              </a:lnTo>
            </a:path>
          </a:pathLst>
        </a:custGeom>
        <a:noFill/>
        <a:ln w="19050" cap="flat" cmpd="sng" algn="ctr">
          <a:solidFill>
            <a:schemeClr val="accent4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0EA617-24EA-40B9-8BB2-5261AC23F464}">
      <dsp:nvSpPr>
        <dsp:cNvPr id="0" name=""/>
        <dsp:cNvSpPr/>
      </dsp:nvSpPr>
      <dsp:spPr>
        <a:xfrm>
          <a:off x="3822013" y="2252678"/>
          <a:ext cx="278792" cy="8549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4965"/>
              </a:lnTo>
              <a:lnTo>
                <a:pt x="278792" y="854965"/>
              </a:lnTo>
            </a:path>
          </a:pathLst>
        </a:custGeom>
        <a:noFill/>
        <a:ln w="19050" cap="flat" cmpd="sng" algn="ctr">
          <a:solidFill>
            <a:schemeClr val="accent4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99D0D7-CF67-448A-9227-C3DD3AEF295D}">
      <dsp:nvSpPr>
        <dsp:cNvPr id="0" name=""/>
        <dsp:cNvSpPr/>
      </dsp:nvSpPr>
      <dsp:spPr>
        <a:xfrm>
          <a:off x="4519741" y="933058"/>
          <a:ext cx="91440" cy="3903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0310"/>
              </a:lnTo>
            </a:path>
          </a:pathLst>
        </a:custGeom>
        <a:noFill/>
        <a:ln w="19050" cap="flat" cmpd="sng" algn="ctr">
          <a:solidFill>
            <a:schemeClr val="accent4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43FCCC-5F76-4F4C-9D52-F93927A64D5A}">
      <dsp:nvSpPr>
        <dsp:cNvPr id="0" name=""/>
        <dsp:cNvSpPr/>
      </dsp:nvSpPr>
      <dsp:spPr>
        <a:xfrm>
          <a:off x="2316531" y="933058"/>
          <a:ext cx="2248930" cy="390310"/>
        </a:xfrm>
        <a:custGeom>
          <a:avLst/>
          <a:gdLst/>
          <a:ahLst/>
          <a:cxnLst/>
          <a:rect l="0" t="0" r="0" b="0"/>
          <a:pathLst>
            <a:path>
              <a:moveTo>
                <a:pt x="2248930" y="0"/>
              </a:moveTo>
              <a:lnTo>
                <a:pt x="2248930" y="195155"/>
              </a:lnTo>
              <a:lnTo>
                <a:pt x="0" y="195155"/>
              </a:lnTo>
              <a:lnTo>
                <a:pt x="0" y="390310"/>
              </a:lnTo>
            </a:path>
          </a:pathLst>
        </a:custGeom>
        <a:noFill/>
        <a:ln w="19050" cap="flat" cmpd="sng" algn="ctr">
          <a:solidFill>
            <a:schemeClr val="accent4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56DEC6-152E-438F-9201-2DCE8418FDF5}">
      <dsp:nvSpPr>
        <dsp:cNvPr id="0" name=""/>
        <dsp:cNvSpPr/>
      </dsp:nvSpPr>
      <dsp:spPr>
        <a:xfrm>
          <a:off x="3636151" y="3748"/>
          <a:ext cx="1858619" cy="929309"/>
        </a:xfrm>
        <a:prstGeom prst="rect">
          <a:avLst/>
        </a:prstGeom>
        <a:solidFill>
          <a:schemeClr val="accent4">
            <a:alpha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err="1"/>
            <a:t>Propulsion</a:t>
          </a:r>
          <a:r>
            <a:rPr lang="es-ES" sz="2100" kern="1200"/>
            <a:t> Architectures</a:t>
          </a:r>
          <a:endParaRPr lang="es-CL" sz="2100" kern="1200" dirty="0"/>
        </a:p>
      </dsp:txBody>
      <dsp:txXfrm>
        <a:off x="3636151" y="3748"/>
        <a:ext cx="1858619" cy="929309"/>
      </dsp:txXfrm>
    </dsp:sp>
    <dsp:sp modelId="{184510D5-D7CF-4316-9140-83F077643B4A}">
      <dsp:nvSpPr>
        <dsp:cNvPr id="0" name=""/>
        <dsp:cNvSpPr/>
      </dsp:nvSpPr>
      <dsp:spPr>
        <a:xfrm>
          <a:off x="1387221" y="1323368"/>
          <a:ext cx="1858619" cy="929309"/>
        </a:xfrm>
        <a:prstGeom prst="rect">
          <a:avLst/>
        </a:prstGeom>
        <a:solidFill>
          <a:schemeClr val="accent4">
            <a:alpha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 err="1"/>
            <a:t>Conventional</a:t>
          </a:r>
          <a:r>
            <a:rPr lang="es-ES" sz="2100" kern="1200" dirty="0"/>
            <a:t> </a:t>
          </a:r>
          <a:r>
            <a:rPr lang="es-ES" sz="2100" kern="1200" dirty="0" err="1"/>
            <a:t>System</a:t>
          </a:r>
          <a:endParaRPr lang="es-CL" sz="2100" kern="1200" dirty="0"/>
        </a:p>
      </dsp:txBody>
      <dsp:txXfrm>
        <a:off x="1387221" y="1323368"/>
        <a:ext cx="1858619" cy="929309"/>
      </dsp:txXfrm>
    </dsp:sp>
    <dsp:sp modelId="{A99C51F5-EF91-4C9E-AE40-49B5D10DFA20}">
      <dsp:nvSpPr>
        <dsp:cNvPr id="0" name=""/>
        <dsp:cNvSpPr/>
      </dsp:nvSpPr>
      <dsp:spPr>
        <a:xfrm>
          <a:off x="3636151" y="1323368"/>
          <a:ext cx="1858619" cy="929309"/>
        </a:xfrm>
        <a:prstGeom prst="rect">
          <a:avLst/>
        </a:prstGeom>
        <a:solidFill>
          <a:schemeClr val="accent4">
            <a:alpha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 err="1"/>
            <a:t>Hybrid</a:t>
          </a:r>
          <a:r>
            <a:rPr lang="es-ES" sz="2100" kern="1200" dirty="0"/>
            <a:t> </a:t>
          </a:r>
          <a:r>
            <a:rPr lang="es-ES" sz="2100" kern="1200" dirty="0" err="1"/>
            <a:t>Propulsion</a:t>
          </a:r>
          <a:r>
            <a:rPr lang="es-ES" sz="2100" kern="1200" dirty="0"/>
            <a:t> </a:t>
          </a:r>
          <a:r>
            <a:rPr lang="es-ES" sz="2100" kern="1200" dirty="0" err="1"/>
            <a:t>System</a:t>
          </a:r>
          <a:endParaRPr lang="es-CL" sz="2100" kern="1200" dirty="0"/>
        </a:p>
      </dsp:txBody>
      <dsp:txXfrm>
        <a:off x="3636151" y="1323368"/>
        <a:ext cx="1858619" cy="929309"/>
      </dsp:txXfrm>
    </dsp:sp>
    <dsp:sp modelId="{AD0A8AE5-EAFF-49F5-BADD-7A75AE10D95C}">
      <dsp:nvSpPr>
        <dsp:cNvPr id="0" name=""/>
        <dsp:cNvSpPr/>
      </dsp:nvSpPr>
      <dsp:spPr>
        <a:xfrm>
          <a:off x="4100806" y="2642989"/>
          <a:ext cx="1858619" cy="929309"/>
        </a:xfrm>
        <a:prstGeom prst="rect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Series Hybrid System</a:t>
          </a:r>
          <a:endParaRPr lang="es-CL" sz="2100" kern="1200" dirty="0"/>
        </a:p>
      </dsp:txBody>
      <dsp:txXfrm>
        <a:off x="4100806" y="2642989"/>
        <a:ext cx="1858619" cy="929309"/>
      </dsp:txXfrm>
    </dsp:sp>
    <dsp:sp modelId="{A48E4260-2065-47FD-8EC7-9674D1693ED4}">
      <dsp:nvSpPr>
        <dsp:cNvPr id="0" name=""/>
        <dsp:cNvSpPr/>
      </dsp:nvSpPr>
      <dsp:spPr>
        <a:xfrm>
          <a:off x="4100806" y="3962609"/>
          <a:ext cx="1858619" cy="929309"/>
        </a:xfrm>
        <a:prstGeom prst="rect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Parallel Hybrid System</a:t>
          </a:r>
          <a:endParaRPr lang="es-CL" sz="2100" kern="1200" dirty="0"/>
        </a:p>
      </dsp:txBody>
      <dsp:txXfrm>
        <a:off x="4100806" y="3962609"/>
        <a:ext cx="1858619" cy="929309"/>
      </dsp:txXfrm>
    </dsp:sp>
    <dsp:sp modelId="{F899258E-FA55-4873-AE5B-BA647317CAB9}">
      <dsp:nvSpPr>
        <dsp:cNvPr id="0" name=""/>
        <dsp:cNvSpPr/>
      </dsp:nvSpPr>
      <dsp:spPr>
        <a:xfrm>
          <a:off x="4100806" y="5282229"/>
          <a:ext cx="1858619" cy="929309"/>
        </a:xfrm>
        <a:prstGeom prst="rect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Series-Parallel Hybrid System</a:t>
          </a:r>
          <a:endParaRPr lang="es-CL" sz="2100" kern="1200" dirty="0"/>
        </a:p>
      </dsp:txBody>
      <dsp:txXfrm>
        <a:off x="4100806" y="5282229"/>
        <a:ext cx="1858619" cy="929309"/>
      </dsp:txXfrm>
    </dsp:sp>
    <dsp:sp modelId="{045BE422-391F-472E-8A8E-CABA737778FD}">
      <dsp:nvSpPr>
        <dsp:cNvPr id="0" name=""/>
        <dsp:cNvSpPr/>
      </dsp:nvSpPr>
      <dsp:spPr>
        <a:xfrm>
          <a:off x="5885081" y="1323368"/>
          <a:ext cx="1858619" cy="929309"/>
        </a:xfrm>
        <a:prstGeom prst="rect">
          <a:avLst/>
        </a:prstGeom>
        <a:solidFill>
          <a:schemeClr val="accent4">
            <a:alpha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Full-</a:t>
          </a:r>
          <a:r>
            <a:rPr lang="es-ES" sz="2100" kern="1200" dirty="0" err="1"/>
            <a:t>electric</a:t>
          </a:r>
          <a:r>
            <a:rPr lang="es-ES" sz="2100" kern="1200" dirty="0"/>
            <a:t> </a:t>
          </a:r>
          <a:r>
            <a:rPr lang="es-ES" sz="2100" kern="1200" dirty="0" err="1"/>
            <a:t>Propulsion</a:t>
          </a:r>
          <a:r>
            <a:rPr lang="es-ES" sz="2100" kern="1200" dirty="0"/>
            <a:t> </a:t>
          </a:r>
          <a:r>
            <a:rPr lang="es-ES" sz="2100" kern="1200" dirty="0" err="1"/>
            <a:t>System</a:t>
          </a:r>
          <a:endParaRPr lang="es-CL" sz="2100" kern="1200" dirty="0"/>
        </a:p>
      </dsp:txBody>
      <dsp:txXfrm>
        <a:off x="5885081" y="1323368"/>
        <a:ext cx="1858619" cy="9293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0AE5CD-D772-4E5A-B516-DDEA0C6A49C0}">
      <dsp:nvSpPr>
        <dsp:cNvPr id="0" name=""/>
        <dsp:cNvSpPr/>
      </dsp:nvSpPr>
      <dsp:spPr>
        <a:xfrm>
          <a:off x="4714151" y="2252678"/>
          <a:ext cx="278792" cy="34942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94205"/>
              </a:lnTo>
              <a:lnTo>
                <a:pt x="278792" y="3494205"/>
              </a:lnTo>
            </a:path>
          </a:pathLst>
        </a:custGeom>
        <a:noFill/>
        <a:ln w="19050" cap="flat" cmpd="sng" algn="ctr">
          <a:solidFill>
            <a:schemeClr val="accent4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9412D4-E063-4047-BD44-8DD3BD8A9FC6}">
      <dsp:nvSpPr>
        <dsp:cNvPr id="0" name=""/>
        <dsp:cNvSpPr/>
      </dsp:nvSpPr>
      <dsp:spPr>
        <a:xfrm>
          <a:off x="4714151" y="2252678"/>
          <a:ext cx="278792" cy="21745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4585"/>
              </a:lnTo>
              <a:lnTo>
                <a:pt x="278792" y="2174585"/>
              </a:lnTo>
            </a:path>
          </a:pathLst>
        </a:custGeom>
        <a:noFill/>
        <a:ln w="19050" cap="flat" cmpd="sng" algn="ctr">
          <a:solidFill>
            <a:schemeClr val="accent4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5C9D3F-44C4-439C-BA70-BF71441727C5}">
      <dsp:nvSpPr>
        <dsp:cNvPr id="0" name=""/>
        <dsp:cNvSpPr/>
      </dsp:nvSpPr>
      <dsp:spPr>
        <a:xfrm>
          <a:off x="4714151" y="2252678"/>
          <a:ext cx="278792" cy="8549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4965"/>
              </a:lnTo>
              <a:lnTo>
                <a:pt x="278792" y="854965"/>
              </a:lnTo>
            </a:path>
          </a:pathLst>
        </a:custGeom>
        <a:noFill/>
        <a:ln w="19050" cap="flat" cmpd="sng" algn="ctr">
          <a:solidFill>
            <a:schemeClr val="accent4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E77534-FE00-4164-A907-71538EA5B3E1}">
      <dsp:nvSpPr>
        <dsp:cNvPr id="0" name=""/>
        <dsp:cNvSpPr/>
      </dsp:nvSpPr>
      <dsp:spPr>
        <a:xfrm>
          <a:off x="4333134" y="933058"/>
          <a:ext cx="1124465" cy="390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155"/>
              </a:lnTo>
              <a:lnTo>
                <a:pt x="1124465" y="195155"/>
              </a:lnTo>
              <a:lnTo>
                <a:pt x="1124465" y="390310"/>
              </a:lnTo>
            </a:path>
          </a:pathLst>
        </a:custGeom>
        <a:noFill/>
        <a:ln w="19050" cap="flat" cmpd="sng" algn="ctr">
          <a:solidFill>
            <a:schemeClr val="accent4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FEB64F-0B14-46C2-9B1E-7D46A8D9B312}">
      <dsp:nvSpPr>
        <dsp:cNvPr id="0" name=""/>
        <dsp:cNvSpPr/>
      </dsp:nvSpPr>
      <dsp:spPr>
        <a:xfrm>
          <a:off x="2465221" y="2252678"/>
          <a:ext cx="278792" cy="21745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4585"/>
              </a:lnTo>
              <a:lnTo>
                <a:pt x="278792" y="2174585"/>
              </a:lnTo>
            </a:path>
          </a:pathLst>
        </a:custGeom>
        <a:noFill/>
        <a:ln w="19050" cap="flat" cmpd="sng" algn="ctr">
          <a:solidFill>
            <a:schemeClr val="accent4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DABB0D-7D93-47DC-8740-745653C3C3F9}">
      <dsp:nvSpPr>
        <dsp:cNvPr id="0" name=""/>
        <dsp:cNvSpPr/>
      </dsp:nvSpPr>
      <dsp:spPr>
        <a:xfrm>
          <a:off x="2465221" y="2252678"/>
          <a:ext cx="278792" cy="8549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4965"/>
              </a:lnTo>
              <a:lnTo>
                <a:pt x="278792" y="854965"/>
              </a:lnTo>
            </a:path>
          </a:pathLst>
        </a:custGeom>
        <a:noFill/>
        <a:ln w="19050" cap="flat" cmpd="sng" algn="ctr">
          <a:solidFill>
            <a:schemeClr val="accent4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43FCCC-5F76-4F4C-9D52-F93927A64D5A}">
      <dsp:nvSpPr>
        <dsp:cNvPr id="0" name=""/>
        <dsp:cNvSpPr/>
      </dsp:nvSpPr>
      <dsp:spPr>
        <a:xfrm>
          <a:off x="3208668" y="933058"/>
          <a:ext cx="1124465" cy="390310"/>
        </a:xfrm>
        <a:custGeom>
          <a:avLst/>
          <a:gdLst/>
          <a:ahLst/>
          <a:cxnLst/>
          <a:rect l="0" t="0" r="0" b="0"/>
          <a:pathLst>
            <a:path>
              <a:moveTo>
                <a:pt x="1124465" y="0"/>
              </a:moveTo>
              <a:lnTo>
                <a:pt x="1124465" y="195155"/>
              </a:lnTo>
              <a:lnTo>
                <a:pt x="0" y="195155"/>
              </a:lnTo>
              <a:lnTo>
                <a:pt x="0" y="390310"/>
              </a:lnTo>
            </a:path>
          </a:pathLst>
        </a:custGeom>
        <a:noFill/>
        <a:ln w="19050" cap="flat" cmpd="sng" algn="ctr">
          <a:solidFill>
            <a:schemeClr val="accent4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56DEC6-152E-438F-9201-2DCE8418FDF5}">
      <dsp:nvSpPr>
        <dsp:cNvPr id="0" name=""/>
        <dsp:cNvSpPr/>
      </dsp:nvSpPr>
      <dsp:spPr>
        <a:xfrm>
          <a:off x="3403824" y="3748"/>
          <a:ext cx="1858619" cy="929309"/>
        </a:xfrm>
        <a:prstGeom prst="rect">
          <a:avLst/>
        </a:prstGeom>
        <a:solidFill>
          <a:schemeClr val="accent4">
            <a:alpha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 err="1"/>
            <a:t>Power</a:t>
          </a:r>
          <a:r>
            <a:rPr lang="es-ES" sz="2000" kern="1200" dirty="0"/>
            <a:t> </a:t>
          </a:r>
          <a:r>
            <a:rPr lang="es-ES" sz="2000" kern="1200" dirty="0" err="1"/>
            <a:t>Sources</a:t>
          </a:r>
          <a:endParaRPr lang="es-CL" sz="2000" kern="1200" dirty="0"/>
        </a:p>
      </dsp:txBody>
      <dsp:txXfrm>
        <a:off x="3403824" y="3748"/>
        <a:ext cx="1858619" cy="929309"/>
      </dsp:txXfrm>
    </dsp:sp>
    <dsp:sp modelId="{184510D5-D7CF-4316-9140-83F077643B4A}">
      <dsp:nvSpPr>
        <dsp:cNvPr id="0" name=""/>
        <dsp:cNvSpPr/>
      </dsp:nvSpPr>
      <dsp:spPr>
        <a:xfrm>
          <a:off x="2279359" y="1323368"/>
          <a:ext cx="1858619" cy="929309"/>
        </a:xfrm>
        <a:prstGeom prst="rect">
          <a:avLst/>
        </a:prstGeom>
        <a:solidFill>
          <a:schemeClr val="accent4">
            <a:alpha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 err="1"/>
            <a:t>Power</a:t>
          </a:r>
          <a:r>
            <a:rPr lang="es-ES" sz="2000" kern="1200" dirty="0"/>
            <a:t> </a:t>
          </a:r>
          <a:r>
            <a:rPr lang="es-ES" sz="2000" kern="1200" dirty="0" err="1"/>
            <a:t>Generation</a:t>
          </a:r>
          <a:r>
            <a:rPr lang="es-ES" sz="2000" kern="1200" dirty="0"/>
            <a:t> </a:t>
          </a:r>
          <a:r>
            <a:rPr lang="es-ES" sz="2000" kern="1200" dirty="0" err="1"/>
            <a:t>Systems</a:t>
          </a:r>
          <a:endParaRPr lang="es-CL" sz="2000" kern="1200" dirty="0"/>
        </a:p>
      </dsp:txBody>
      <dsp:txXfrm>
        <a:off x="2279359" y="1323368"/>
        <a:ext cx="1858619" cy="929309"/>
      </dsp:txXfrm>
    </dsp:sp>
    <dsp:sp modelId="{76EBA920-E197-414B-91BF-748C842FC4E2}">
      <dsp:nvSpPr>
        <dsp:cNvPr id="0" name=""/>
        <dsp:cNvSpPr/>
      </dsp:nvSpPr>
      <dsp:spPr>
        <a:xfrm>
          <a:off x="2744014" y="2642989"/>
          <a:ext cx="1858619" cy="929309"/>
        </a:xfrm>
        <a:prstGeom prst="rect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Diesel Engines</a:t>
          </a:r>
          <a:endParaRPr lang="es-CL" sz="2000" kern="1200" dirty="0"/>
        </a:p>
      </dsp:txBody>
      <dsp:txXfrm>
        <a:off x="2744014" y="2642989"/>
        <a:ext cx="1858619" cy="929309"/>
      </dsp:txXfrm>
    </dsp:sp>
    <dsp:sp modelId="{7496DED3-B0BB-49C3-85EE-815D8E42AE43}">
      <dsp:nvSpPr>
        <dsp:cNvPr id="0" name=""/>
        <dsp:cNvSpPr/>
      </dsp:nvSpPr>
      <dsp:spPr>
        <a:xfrm>
          <a:off x="2744014" y="3962609"/>
          <a:ext cx="1858619" cy="929309"/>
        </a:xfrm>
        <a:prstGeom prst="rect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Fuel Cell</a:t>
          </a:r>
          <a:endParaRPr lang="es-CL" sz="2000" kern="1200" dirty="0"/>
        </a:p>
      </dsp:txBody>
      <dsp:txXfrm>
        <a:off x="2744014" y="3962609"/>
        <a:ext cx="1858619" cy="929309"/>
      </dsp:txXfrm>
    </dsp:sp>
    <dsp:sp modelId="{045BE422-391F-472E-8A8E-CABA737778FD}">
      <dsp:nvSpPr>
        <dsp:cNvPr id="0" name=""/>
        <dsp:cNvSpPr/>
      </dsp:nvSpPr>
      <dsp:spPr>
        <a:xfrm>
          <a:off x="4528289" y="1323368"/>
          <a:ext cx="1858619" cy="929309"/>
        </a:xfrm>
        <a:prstGeom prst="rect">
          <a:avLst/>
        </a:prstGeom>
        <a:solidFill>
          <a:schemeClr val="accent4">
            <a:alpha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Electric Storage </a:t>
          </a:r>
          <a:r>
            <a:rPr lang="es-ES" sz="2000" kern="1200" dirty="0" err="1"/>
            <a:t>System</a:t>
          </a:r>
          <a:endParaRPr lang="es-CL" sz="2000" kern="1200" dirty="0"/>
        </a:p>
      </dsp:txBody>
      <dsp:txXfrm>
        <a:off x="4528289" y="1323368"/>
        <a:ext cx="1858619" cy="929309"/>
      </dsp:txXfrm>
    </dsp:sp>
    <dsp:sp modelId="{E71B3A7D-78EC-4EC2-A021-B55DF2360051}">
      <dsp:nvSpPr>
        <dsp:cNvPr id="0" name=""/>
        <dsp:cNvSpPr/>
      </dsp:nvSpPr>
      <dsp:spPr>
        <a:xfrm>
          <a:off x="4992944" y="2642989"/>
          <a:ext cx="1858619" cy="929309"/>
        </a:xfrm>
        <a:prstGeom prst="rect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 err="1"/>
            <a:t>Flywheels</a:t>
          </a:r>
          <a:endParaRPr lang="es-CL" sz="2000" kern="1200" dirty="0"/>
        </a:p>
      </dsp:txBody>
      <dsp:txXfrm>
        <a:off x="4992944" y="2642989"/>
        <a:ext cx="1858619" cy="929309"/>
      </dsp:txXfrm>
    </dsp:sp>
    <dsp:sp modelId="{B086E414-A7D4-4F71-BFEC-1BECFD28F6AB}">
      <dsp:nvSpPr>
        <dsp:cNvPr id="0" name=""/>
        <dsp:cNvSpPr/>
      </dsp:nvSpPr>
      <dsp:spPr>
        <a:xfrm>
          <a:off x="4992944" y="3962609"/>
          <a:ext cx="1858619" cy="929309"/>
        </a:xfrm>
        <a:prstGeom prst="rect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 err="1"/>
            <a:t>Supercapacitors</a:t>
          </a:r>
          <a:endParaRPr lang="es-CL" sz="2000" kern="1200" dirty="0"/>
        </a:p>
      </dsp:txBody>
      <dsp:txXfrm>
        <a:off x="4992944" y="3962609"/>
        <a:ext cx="1858619" cy="929309"/>
      </dsp:txXfrm>
    </dsp:sp>
    <dsp:sp modelId="{2AAC2EF8-6B24-4086-84B8-5359E7187A38}">
      <dsp:nvSpPr>
        <dsp:cNvPr id="0" name=""/>
        <dsp:cNvSpPr/>
      </dsp:nvSpPr>
      <dsp:spPr>
        <a:xfrm>
          <a:off x="4992944" y="5282229"/>
          <a:ext cx="1858619" cy="929309"/>
        </a:xfrm>
        <a:prstGeom prst="rect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Batteries</a:t>
          </a:r>
          <a:endParaRPr lang="es-CL" sz="2000" kern="1200" dirty="0"/>
        </a:p>
      </dsp:txBody>
      <dsp:txXfrm>
        <a:off x="4992944" y="5282229"/>
        <a:ext cx="1858619" cy="9293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E2F66C-A1D5-E6F3-98AD-AB3C6F3FA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89AC03-598F-DF44-3493-DF0FE63E0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5B6EA9-0B7E-05ED-6323-FDCC48532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9D09-1F42-4654-9677-9689DEF110E3}" type="datetimeFigureOut">
              <a:rPr lang="es-CL" smtClean="0"/>
              <a:t>11-11-2025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78F230-9E5C-24E8-58FD-0B752846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6CF0F6-88EE-2011-FA7C-D95416E01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5C544-DDF0-458E-84DE-70F3052AF8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66335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BE002-0428-A824-CAD8-C5FED0586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1F27F1-75C8-65FC-60FC-45F1F431B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8B0B31-A0E6-6497-D4F2-BAC392C14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9D09-1F42-4654-9677-9689DEF110E3}" type="datetimeFigureOut">
              <a:rPr lang="es-CL" smtClean="0"/>
              <a:t>11-11-2025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54436C-B5B0-5242-69EC-941799E04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40F121-E9AD-3322-29DA-83E5C52F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5C544-DDF0-458E-84DE-70F3052AF8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515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F89AD-6ACB-7A84-C2C4-C655B9C13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398BEA-0CD9-36C3-FAFE-92F492E6C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1A4428-AC82-6203-C80F-9A8B06369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9D09-1F42-4654-9677-9689DEF110E3}" type="datetimeFigureOut">
              <a:rPr lang="es-CL" smtClean="0"/>
              <a:t>11-11-2025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F54166-4C96-0201-93DD-21479090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B3C43D-1E77-A1EC-CCDC-B351F0216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5C544-DDF0-458E-84DE-70F3052AF8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6082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47276-BBC0-7874-2A78-826F37462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37A44F-4C50-7CC3-448F-BEC47C83AF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ADF9FD-CA4E-75CC-D2FA-566872C6C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703126-F4F6-34AB-70B8-86D868A20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9D09-1F42-4654-9677-9689DEF110E3}" type="datetimeFigureOut">
              <a:rPr lang="es-CL" smtClean="0"/>
              <a:t>11-11-2025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1693B0-DFAD-0CB3-6131-7E98DD5E2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ED4B25-F775-3933-0253-267D843C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5C544-DDF0-458E-84DE-70F3052AF8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2028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A4538-7613-5640-CA40-53DC8E911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E2E35E-270E-CF81-6849-471423E9C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DBC636-6A24-C274-A8CC-366C362A7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1DBA56C-7A50-A351-4F77-0CDEDD7B8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DC4CC18-6BDE-159A-2B73-DD486D764C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7B95A53-6338-76F2-D4D1-2AEA15D8B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9D09-1F42-4654-9677-9689DEF110E3}" type="datetimeFigureOut">
              <a:rPr lang="es-CL" smtClean="0"/>
              <a:t>11-11-2025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267C015-2ABC-711A-3F2B-9AA1AACB6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89C9260-BCBA-AE12-1D7B-D887487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5C544-DDF0-458E-84DE-70F3052AF8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0239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57A741-E490-20F9-D2C3-3B3EE0756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7992B3B-93F9-8FA0-60F2-DDAEBC1BC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9D09-1F42-4654-9677-9689DEF110E3}" type="datetimeFigureOut">
              <a:rPr lang="es-CL" smtClean="0"/>
              <a:t>11-11-2025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41944A-D319-275D-E13D-781855D19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B56A12B-EBA9-CC17-0E99-1DB4C0FE8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5C544-DDF0-458E-84DE-70F3052AF8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809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0C11B25-D98E-0AE2-C817-6B9670339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9D09-1F42-4654-9677-9689DEF110E3}" type="datetimeFigureOut">
              <a:rPr lang="es-CL" smtClean="0"/>
              <a:t>11-11-2025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347C7-CD6B-1C58-8E4C-789A421BA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44BAFF-1D82-CB11-5749-4BFE512B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5C544-DDF0-458E-84DE-70F3052AF8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54174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A4309D-1AE1-C513-F23E-3AF0D8FD2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AA8E9E-3379-DAF4-8AD9-C09B78015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D68A52-F972-B0DA-3F07-7C8E5BA9C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6B6750-834A-31A2-B8F7-CC9599225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9D09-1F42-4654-9677-9689DEF110E3}" type="datetimeFigureOut">
              <a:rPr lang="es-CL" smtClean="0"/>
              <a:t>11-11-2025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5C34B7-EC36-6CC5-C4EF-402721062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37BC3C-9FCA-1181-5616-A01571A5D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5C544-DDF0-458E-84DE-70F3052AF8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8570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576B48-7A20-E032-A035-EA325EF6B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2DBF861-EE69-378C-C963-67A752C4B9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720EC0-4BC5-A904-5CB9-190E39B75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F68101-34A3-F3F2-22F6-A07B68ED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9D09-1F42-4654-9677-9689DEF110E3}" type="datetimeFigureOut">
              <a:rPr lang="es-CL" smtClean="0"/>
              <a:t>11-11-2025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F87F33-C6A5-3903-0E32-8179BBB6F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8121D3-80F4-9AE0-EECE-D5FF27BCD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5C544-DDF0-458E-84DE-70F3052AF8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7499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A43F2-49CF-F2CE-4763-8821A5370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797928-7385-57F7-CBE5-B8EE553AC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9DE684-2DA5-7525-DF7C-BFE5FAE4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9D09-1F42-4654-9677-9689DEF110E3}" type="datetimeFigureOut">
              <a:rPr lang="es-CL" smtClean="0"/>
              <a:t>11-11-2025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0BA44D-F4B5-2845-D272-F0B0C3E1B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37304F-87DA-770B-DBF6-7ACED0A25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5C544-DDF0-458E-84DE-70F3052AF8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69434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43CDE6-AA55-C34D-9D09-5403943B93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883DF81-2D86-7F79-2703-9ED757E95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C26898-5984-F58C-5898-9008F694A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9D09-1F42-4654-9677-9689DEF110E3}" type="datetimeFigureOut">
              <a:rPr lang="es-CL" smtClean="0"/>
              <a:t>11-11-2025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29F95C-6216-AC1A-722E-256338E4E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69289-E8DD-1C75-DCAF-3281ED37D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5C544-DDF0-458E-84DE-70F3052AF8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3839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7060B2E-516E-316E-F34A-114F37050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4E2A25-497E-6238-E9DA-382C9C65D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FFE7FC-F7B2-6909-79B4-70C7AFF31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6F9D09-1F42-4654-9677-9689DEF110E3}" type="datetimeFigureOut">
              <a:rPr lang="es-CL" smtClean="0"/>
              <a:t>11-11-2025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C45F65-1392-5C38-6586-237618B9E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9EB1FE-D89C-D8EB-2C7A-4ABAC9224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A5C544-DDF0-458E-84DE-70F3052AF8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587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9868F8B-F7CD-CA7F-B16F-2B227ADFB7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6258169"/>
              </p:ext>
            </p:extLst>
          </p:nvPr>
        </p:nvGraphicFramePr>
        <p:xfrm>
          <a:off x="1841876" y="285100"/>
          <a:ext cx="9130923" cy="6215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199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184EC-FF98-C5E5-541F-52D593CEB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CF5A2E0-9AA8-3511-149D-725D57A0D7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550157"/>
              </p:ext>
            </p:extLst>
          </p:nvPr>
        </p:nvGraphicFramePr>
        <p:xfrm>
          <a:off x="1841876" y="285100"/>
          <a:ext cx="9130923" cy="6215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54059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34</Words>
  <Application>Microsoft Office PowerPoint</Application>
  <PresentationFormat>Panorámica</PresentationFormat>
  <Paragraphs>15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Solis</dc:creator>
  <cp:lastModifiedBy>Leonardo Solis</cp:lastModifiedBy>
  <cp:revision>1</cp:revision>
  <dcterms:created xsi:type="dcterms:W3CDTF">2025-11-11T18:51:56Z</dcterms:created>
  <dcterms:modified xsi:type="dcterms:W3CDTF">2025-11-11T20:53:49Z</dcterms:modified>
</cp:coreProperties>
</file>